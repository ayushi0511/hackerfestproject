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9" r:id="rId4"/>
    <p:sldMasterId id="2147484000" r:id="rId5"/>
  </p:sldMasterIdLst>
  <p:notesMasterIdLst>
    <p:notesMasterId r:id="rId10"/>
  </p:notesMasterIdLst>
  <p:handoutMasterIdLst>
    <p:handoutMasterId r:id="rId11"/>
  </p:handoutMasterIdLst>
  <p:sldIdLst>
    <p:sldId id="408" r:id="rId6"/>
    <p:sldId id="2147483357" r:id="rId7"/>
    <p:sldId id="2147483359" r:id="rId8"/>
    <p:sldId id="2147483377" r:id="rId9"/>
  </p:sldIdLst>
  <p:sldSz cx="11522075" cy="6480175"/>
  <p:notesSz cx="6858000" cy="9144000"/>
  <p:custDataLst>
    <p:tags r:id="rId12"/>
  </p:custDataLst>
  <p:defaultTextStyle>
    <a:defPPr>
      <a:defRPr lang="de-DE"/>
    </a:defPPr>
    <a:lvl1pPr marL="0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6072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52144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8216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04288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56432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32504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08576" algn="l" defTabSz="115214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CC0859-F9B1-094E-A04F-2CB28E735627}">
          <p14:sldIdLst>
            <p14:sldId id="408"/>
            <p14:sldId id="2147483357"/>
            <p14:sldId id="2147483359"/>
            <p14:sldId id="2147483377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204">
          <p15:clr>
            <a:srgbClr val="A4A3A4"/>
          </p15:clr>
        </p15:guide>
        <p15:guide id="8" orient="horz" pos="2041" userDrawn="1">
          <p15:clr>
            <a:srgbClr val="A4A3A4"/>
          </p15:clr>
        </p15:guide>
        <p15:guide id="9" orient="horz" pos="930" userDrawn="1">
          <p15:clr>
            <a:srgbClr val="A4A3A4"/>
          </p15:clr>
        </p15:guide>
        <p15:guide id="10" orient="horz" pos="3266" userDrawn="1">
          <p15:clr>
            <a:srgbClr val="A4A3A4"/>
          </p15:clr>
        </p15:guide>
        <p15:guide id="12" orient="horz" pos="3470" userDrawn="1">
          <p15:clr>
            <a:srgbClr val="A4A3A4"/>
          </p15:clr>
        </p15:guide>
        <p15:guide id="13" orient="horz" pos="3674" userDrawn="1">
          <p15:clr>
            <a:srgbClr val="A4A3A4"/>
          </p15:clr>
        </p15:guide>
        <p15:guide id="14" orient="horz" pos="3878" userDrawn="1">
          <p15:clr>
            <a:srgbClr val="A4A3A4"/>
          </p15:clr>
        </p15:guide>
        <p15:guide id="15" pos="1939" userDrawn="1">
          <p15:clr>
            <a:srgbClr val="A4A3A4"/>
          </p15:clr>
        </p15:guide>
        <p15:guide id="16" pos="1837" userDrawn="1">
          <p15:clr>
            <a:srgbClr val="A4A3A4"/>
          </p15:clr>
        </p15:guide>
        <p15:guide id="17" pos="204" userDrawn="1">
          <p15:clr>
            <a:srgbClr val="A4A3A4"/>
          </p15:clr>
        </p15:guide>
        <p15:guide id="18" pos="7054" userDrawn="1">
          <p15:clr>
            <a:srgbClr val="A4A3A4"/>
          </p15:clr>
        </p15:guide>
        <p15:guide id="19" pos="5411" userDrawn="1">
          <p15:clr>
            <a:srgbClr val="A4A3A4"/>
          </p15:clr>
        </p15:guide>
        <p15:guide id="20" pos="5318" userDrawn="1">
          <p15:clr>
            <a:srgbClr val="A4A3A4"/>
          </p15:clr>
        </p15:guide>
        <p15:guide id="21" pos="3674" userDrawn="1">
          <p15:clr>
            <a:srgbClr val="A4A3A4"/>
          </p15:clr>
        </p15:guide>
        <p15:guide id="22" pos="3584" userDrawn="1">
          <p15:clr>
            <a:srgbClr val="A4A3A4"/>
          </p15:clr>
        </p15:guide>
        <p15:guide id="23" pos="36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pos="302">
          <p15:clr>
            <a:srgbClr val="A4A3A4"/>
          </p15:clr>
        </p15:guide>
        <p15:guide id="4" pos="401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9E3456-E7B8-302C-6A36-9D19CDAFD475}" name="Dhruv Bansal" initials="DB" userId="S::dhruv.bansal@telekom-digital.com::0d8ef28a-bcc9-463e-9b0a-7998d464176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2" name="Author" initials="A" lastIdx="0" clrIdx="2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74"/>
    <a:srgbClr val="E20000"/>
    <a:srgbClr val="E10074"/>
    <a:srgbClr val="E30073"/>
    <a:srgbClr val="000000"/>
    <a:srgbClr val="992C99"/>
    <a:srgbClr val="4B4B4B"/>
    <a:srgbClr val="C4C4C4"/>
    <a:srgbClr val="00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D9C53F-1677-5109-3A23-E312C0E43B0A}" v="24" dt="2025-04-14T10:57:55.621"/>
    <p1510:client id="{388B8320-5FD9-DB80-4E47-2F2DBED63E67}" v="317" dt="2025-04-14T10:35:43.568"/>
    <p1510:client id="{4E428718-2561-964D-9A5F-778AE06769D9}" v="219" dt="2025-04-14T12:30:11.153"/>
    <p1510:client id="{917A2C86-7881-D14D-BF0C-38343086BD14}" v="614" dt="2025-04-14T12:29:19.341"/>
    <p1510:client id="{99CF4D69-975B-859A-2060-B41EC6FEC96B}" v="510" dt="2025-04-14T12:19:54.190"/>
    <p1510:client id="{CD2B796C-F945-2D5A-D270-39A56984B694}" v="6" dt="2025-04-14T07:17:07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7"/>
    <p:restoredTop sz="94694"/>
  </p:normalViewPr>
  <p:slideViewPr>
    <p:cSldViewPr snapToGrid="0">
      <p:cViewPr varScale="1">
        <p:scale>
          <a:sx n="93" d="100"/>
          <a:sy n="93" d="100"/>
        </p:scale>
        <p:origin x="216" y="912"/>
      </p:cViewPr>
      <p:guideLst>
        <p:guide orient="horz" pos="204"/>
        <p:guide orient="horz" pos="2041"/>
        <p:guide orient="horz" pos="930"/>
        <p:guide orient="horz" pos="3266"/>
        <p:guide orient="horz" pos="3470"/>
        <p:guide orient="horz" pos="3674"/>
        <p:guide orient="horz" pos="3878"/>
        <p:guide pos="1939"/>
        <p:guide pos="1837"/>
        <p:guide pos="204"/>
        <p:guide pos="7054"/>
        <p:guide pos="5411"/>
        <p:guide pos="5318"/>
        <p:guide pos="3674"/>
        <p:guide pos="3584"/>
        <p:guide pos="36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  <p:guide pos="302"/>
        <p:guide pos="40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906975" y="8640000"/>
            <a:ext cx="471600" cy="280800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/>
            </a:lvl1pPr>
          </a:lstStyle>
          <a:p>
            <a:fld id="{A7E515CE-432D-4663-9EC7-909C3633A725}" type="slidenum">
              <a:rPr lang="de-DE" smtClean="0">
                <a:latin typeface="TeleGrotesk Next" pitchFamily="2" charset="0"/>
              </a:rPr>
              <a:pPr/>
              <a:t>‹#›</a:t>
            </a:fld>
            <a:endParaRPr lang="de-DE">
              <a:latin typeface="TeleGrotesk Next" pitchFamily="2" charset="0"/>
            </a:endParaRPr>
          </a:p>
        </p:txBody>
      </p:sp>
      <p:sp>
        <p:nvSpPr>
          <p:cNvPr id="4" name="Freeform 5"/>
          <p:cNvSpPr>
            <a:spLocks/>
          </p:cNvSpPr>
          <p:nvPr/>
        </p:nvSpPr>
        <p:spPr bwMode="auto">
          <a:xfrm>
            <a:off x="482600" y="390525"/>
            <a:ext cx="66675" cy="65088"/>
          </a:xfrm>
          <a:custGeom>
            <a:avLst/>
            <a:gdLst>
              <a:gd name="T0" fmla="*/ 0 w 42"/>
              <a:gd name="T1" fmla="*/ 41 h 41"/>
              <a:gd name="T2" fmla="*/ 0 w 42"/>
              <a:gd name="T3" fmla="*/ 0 h 41"/>
              <a:gd name="T4" fmla="*/ 22 w 42"/>
              <a:gd name="T5" fmla="*/ 0 h 41"/>
              <a:gd name="T6" fmla="*/ 42 w 42"/>
              <a:gd name="T7" fmla="*/ 0 h 41"/>
              <a:gd name="T8" fmla="*/ 42 w 42"/>
              <a:gd name="T9" fmla="*/ 41 h 41"/>
              <a:gd name="T10" fmla="*/ 0 w 42"/>
              <a:gd name="T1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" h="41">
                <a:moveTo>
                  <a:pt x="0" y="41"/>
                </a:moveTo>
                <a:lnTo>
                  <a:pt x="0" y="0"/>
                </a:lnTo>
                <a:lnTo>
                  <a:pt x="22" y="0"/>
                </a:lnTo>
                <a:lnTo>
                  <a:pt x="42" y="0"/>
                </a:lnTo>
                <a:lnTo>
                  <a:pt x="42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200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latin typeface="TeleGrotesk Next" pitchFamily="2" charset="0"/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682625" y="390525"/>
            <a:ext cx="65088" cy="65088"/>
          </a:xfrm>
          <a:custGeom>
            <a:avLst/>
            <a:gdLst>
              <a:gd name="T0" fmla="*/ 0 w 41"/>
              <a:gd name="T1" fmla="*/ 41 h 41"/>
              <a:gd name="T2" fmla="*/ 0 w 41"/>
              <a:gd name="T3" fmla="*/ 0 h 41"/>
              <a:gd name="T4" fmla="*/ 20 w 41"/>
              <a:gd name="T5" fmla="*/ 0 h 41"/>
              <a:gd name="T6" fmla="*/ 41 w 41"/>
              <a:gd name="T7" fmla="*/ 0 h 41"/>
              <a:gd name="T8" fmla="*/ 41 w 41"/>
              <a:gd name="T9" fmla="*/ 41 h 41"/>
              <a:gd name="T10" fmla="*/ 0 w 41"/>
              <a:gd name="T1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41">
                <a:moveTo>
                  <a:pt x="0" y="41"/>
                </a:moveTo>
                <a:lnTo>
                  <a:pt x="0" y="0"/>
                </a:lnTo>
                <a:lnTo>
                  <a:pt x="20" y="0"/>
                </a:lnTo>
                <a:lnTo>
                  <a:pt x="41" y="0"/>
                </a:lnTo>
                <a:lnTo>
                  <a:pt x="41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200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latin typeface="TeleGrotesk Next" pitchFamily="2" charset="0"/>
            </a:endParaRP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879475" y="390525"/>
            <a:ext cx="65088" cy="65088"/>
          </a:xfrm>
          <a:custGeom>
            <a:avLst/>
            <a:gdLst>
              <a:gd name="T0" fmla="*/ 0 w 41"/>
              <a:gd name="T1" fmla="*/ 41 h 41"/>
              <a:gd name="T2" fmla="*/ 0 w 41"/>
              <a:gd name="T3" fmla="*/ 0 h 41"/>
              <a:gd name="T4" fmla="*/ 21 w 41"/>
              <a:gd name="T5" fmla="*/ 0 h 41"/>
              <a:gd name="T6" fmla="*/ 41 w 41"/>
              <a:gd name="T7" fmla="*/ 0 h 41"/>
              <a:gd name="T8" fmla="*/ 41 w 41"/>
              <a:gd name="T9" fmla="*/ 41 h 41"/>
              <a:gd name="T10" fmla="*/ 0 w 41"/>
              <a:gd name="T1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41">
                <a:moveTo>
                  <a:pt x="0" y="41"/>
                </a:moveTo>
                <a:lnTo>
                  <a:pt x="0" y="0"/>
                </a:lnTo>
                <a:lnTo>
                  <a:pt x="21" y="0"/>
                </a:lnTo>
                <a:lnTo>
                  <a:pt x="41" y="0"/>
                </a:lnTo>
                <a:lnTo>
                  <a:pt x="41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200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latin typeface="TeleGrotesk Next" pitchFamily="2" charset="0"/>
            </a:endParaRPr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1074738" y="390525"/>
            <a:ext cx="66675" cy="65088"/>
          </a:xfrm>
          <a:custGeom>
            <a:avLst/>
            <a:gdLst>
              <a:gd name="T0" fmla="*/ 0 w 42"/>
              <a:gd name="T1" fmla="*/ 41 h 41"/>
              <a:gd name="T2" fmla="*/ 0 w 42"/>
              <a:gd name="T3" fmla="*/ 0 h 41"/>
              <a:gd name="T4" fmla="*/ 21 w 42"/>
              <a:gd name="T5" fmla="*/ 0 h 41"/>
              <a:gd name="T6" fmla="*/ 42 w 42"/>
              <a:gd name="T7" fmla="*/ 0 h 41"/>
              <a:gd name="T8" fmla="*/ 42 w 42"/>
              <a:gd name="T9" fmla="*/ 41 h 41"/>
              <a:gd name="T10" fmla="*/ 0 w 42"/>
              <a:gd name="T1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" h="41">
                <a:moveTo>
                  <a:pt x="0" y="41"/>
                </a:moveTo>
                <a:lnTo>
                  <a:pt x="0" y="0"/>
                </a:lnTo>
                <a:lnTo>
                  <a:pt x="21" y="0"/>
                </a:lnTo>
                <a:lnTo>
                  <a:pt x="42" y="0"/>
                </a:lnTo>
                <a:lnTo>
                  <a:pt x="42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200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latin typeface="TeleGrotesk Next" pitchFamily="2" charset="0"/>
            </a:endParaRPr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482600" y="241300"/>
            <a:ext cx="265113" cy="323850"/>
          </a:xfrm>
          <a:custGeom>
            <a:avLst/>
            <a:gdLst>
              <a:gd name="T0" fmla="*/ 402 w 407"/>
              <a:gd name="T1" fmla="*/ 0 h 496"/>
              <a:gd name="T2" fmla="*/ 5 w 407"/>
              <a:gd name="T3" fmla="*/ 0 h 496"/>
              <a:gd name="T4" fmla="*/ 0 w 407"/>
              <a:gd name="T5" fmla="*/ 175 h 496"/>
              <a:gd name="T6" fmla="*/ 26 w 407"/>
              <a:gd name="T7" fmla="*/ 179 h 496"/>
              <a:gd name="T8" fmla="*/ 67 w 407"/>
              <a:gd name="T9" fmla="*/ 64 h 496"/>
              <a:gd name="T10" fmla="*/ 164 w 407"/>
              <a:gd name="T11" fmla="*/ 23 h 496"/>
              <a:gd name="T12" fmla="*/ 164 w 407"/>
              <a:gd name="T13" fmla="*/ 390 h 496"/>
              <a:gd name="T14" fmla="*/ 150 w 407"/>
              <a:gd name="T15" fmla="*/ 452 h 496"/>
              <a:gd name="T16" fmla="*/ 110 w 407"/>
              <a:gd name="T17" fmla="*/ 467 h 496"/>
              <a:gd name="T18" fmla="*/ 81 w 407"/>
              <a:gd name="T19" fmla="*/ 468 h 496"/>
              <a:gd name="T20" fmla="*/ 81 w 407"/>
              <a:gd name="T21" fmla="*/ 496 h 496"/>
              <a:gd name="T22" fmla="*/ 326 w 407"/>
              <a:gd name="T23" fmla="*/ 496 h 496"/>
              <a:gd name="T24" fmla="*/ 326 w 407"/>
              <a:gd name="T25" fmla="*/ 468 h 496"/>
              <a:gd name="T26" fmla="*/ 297 w 407"/>
              <a:gd name="T27" fmla="*/ 467 h 496"/>
              <a:gd name="T28" fmla="*/ 257 w 407"/>
              <a:gd name="T29" fmla="*/ 452 h 496"/>
              <a:gd name="T30" fmla="*/ 243 w 407"/>
              <a:gd name="T31" fmla="*/ 390 h 496"/>
              <a:gd name="T32" fmla="*/ 243 w 407"/>
              <a:gd name="T33" fmla="*/ 23 h 496"/>
              <a:gd name="T34" fmla="*/ 340 w 407"/>
              <a:gd name="T35" fmla="*/ 64 h 496"/>
              <a:gd name="T36" fmla="*/ 381 w 407"/>
              <a:gd name="T37" fmla="*/ 179 h 496"/>
              <a:gd name="T38" fmla="*/ 407 w 407"/>
              <a:gd name="T39" fmla="*/ 175 h 496"/>
              <a:gd name="T40" fmla="*/ 402 w 407"/>
              <a:gd name="T41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07" h="496">
                <a:moveTo>
                  <a:pt x="402" y="0"/>
                </a:moveTo>
                <a:cubicBezTo>
                  <a:pt x="5" y="0"/>
                  <a:pt x="5" y="0"/>
                  <a:pt x="5" y="0"/>
                </a:cubicBezTo>
                <a:cubicBezTo>
                  <a:pt x="0" y="175"/>
                  <a:pt x="0" y="175"/>
                  <a:pt x="0" y="175"/>
                </a:cubicBezTo>
                <a:cubicBezTo>
                  <a:pt x="26" y="179"/>
                  <a:pt x="26" y="179"/>
                  <a:pt x="26" y="179"/>
                </a:cubicBezTo>
                <a:cubicBezTo>
                  <a:pt x="31" y="128"/>
                  <a:pt x="45" y="89"/>
                  <a:pt x="67" y="64"/>
                </a:cubicBezTo>
                <a:cubicBezTo>
                  <a:pt x="90" y="38"/>
                  <a:pt x="122" y="25"/>
                  <a:pt x="164" y="23"/>
                </a:cubicBezTo>
                <a:cubicBezTo>
                  <a:pt x="164" y="390"/>
                  <a:pt x="164" y="390"/>
                  <a:pt x="164" y="390"/>
                </a:cubicBezTo>
                <a:cubicBezTo>
                  <a:pt x="164" y="422"/>
                  <a:pt x="159" y="442"/>
                  <a:pt x="150" y="452"/>
                </a:cubicBezTo>
                <a:cubicBezTo>
                  <a:pt x="142" y="460"/>
                  <a:pt x="129" y="465"/>
                  <a:pt x="110" y="467"/>
                </a:cubicBezTo>
                <a:cubicBezTo>
                  <a:pt x="104" y="467"/>
                  <a:pt x="95" y="468"/>
                  <a:pt x="81" y="468"/>
                </a:cubicBezTo>
                <a:cubicBezTo>
                  <a:pt x="81" y="496"/>
                  <a:pt x="81" y="496"/>
                  <a:pt x="81" y="496"/>
                </a:cubicBezTo>
                <a:cubicBezTo>
                  <a:pt x="326" y="496"/>
                  <a:pt x="326" y="496"/>
                  <a:pt x="326" y="496"/>
                </a:cubicBezTo>
                <a:cubicBezTo>
                  <a:pt x="326" y="468"/>
                  <a:pt x="326" y="468"/>
                  <a:pt x="326" y="468"/>
                </a:cubicBezTo>
                <a:cubicBezTo>
                  <a:pt x="312" y="468"/>
                  <a:pt x="303" y="467"/>
                  <a:pt x="297" y="467"/>
                </a:cubicBezTo>
                <a:cubicBezTo>
                  <a:pt x="278" y="465"/>
                  <a:pt x="265" y="460"/>
                  <a:pt x="257" y="452"/>
                </a:cubicBezTo>
                <a:cubicBezTo>
                  <a:pt x="248" y="442"/>
                  <a:pt x="243" y="422"/>
                  <a:pt x="243" y="390"/>
                </a:cubicBezTo>
                <a:cubicBezTo>
                  <a:pt x="243" y="23"/>
                  <a:pt x="243" y="23"/>
                  <a:pt x="243" y="23"/>
                </a:cubicBezTo>
                <a:cubicBezTo>
                  <a:pt x="284" y="25"/>
                  <a:pt x="317" y="38"/>
                  <a:pt x="340" y="64"/>
                </a:cubicBezTo>
                <a:cubicBezTo>
                  <a:pt x="362" y="89"/>
                  <a:pt x="376" y="128"/>
                  <a:pt x="381" y="179"/>
                </a:cubicBezTo>
                <a:cubicBezTo>
                  <a:pt x="407" y="175"/>
                  <a:pt x="407" y="175"/>
                  <a:pt x="407" y="175"/>
                </a:cubicBezTo>
                <a:lnTo>
                  <a:pt x="402" y="0"/>
                </a:lnTo>
                <a:close/>
              </a:path>
            </a:pathLst>
          </a:custGeom>
          <a:solidFill>
            <a:srgbClr val="E200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latin typeface="TeleGrotesk Next" pitchFamily="2" charset="0"/>
            </a:endParaRPr>
          </a:p>
        </p:txBody>
      </p:sp>
      <p:grpSp>
        <p:nvGrpSpPr>
          <p:cNvPr id="32" name="Gruppieren 31"/>
          <p:cNvGrpSpPr/>
          <p:nvPr/>
        </p:nvGrpSpPr>
        <p:grpSpPr>
          <a:xfrm>
            <a:off x="5254625" y="379413"/>
            <a:ext cx="1119188" cy="85725"/>
            <a:chOff x="1533525" y="379413"/>
            <a:chExt cx="1119188" cy="85725"/>
          </a:xfrm>
        </p:grpSpPr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1533525" y="381000"/>
              <a:ext cx="50800" cy="82550"/>
            </a:xfrm>
            <a:custGeom>
              <a:avLst/>
              <a:gdLst>
                <a:gd name="T0" fmla="*/ 0 w 32"/>
                <a:gd name="T1" fmla="*/ 52 h 52"/>
                <a:gd name="T2" fmla="*/ 0 w 32"/>
                <a:gd name="T3" fmla="*/ 0 h 52"/>
                <a:gd name="T4" fmla="*/ 11 w 32"/>
                <a:gd name="T5" fmla="*/ 0 h 52"/>
                <a:gd name="T6" fmla="*/ 11 w 32"/>
                <a:gd name="T7" fmla="*/ 42 h 52"/>
                <a:gd name="T8" fmla="*/ 32 w 32"/>
                <a:gd name="T9" fmla="*/ 42 h 52"/>
                <a:gd name="T10" fmla="*/ 32 w 32"/>
                <a:gd name="T11" fmla="*/ 52 h 52"/>
                <a:gd name="T12" fmla="*/ 0 w 32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52">
                  <a:moveTo>
                    <a:pt x="0" y="52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42"/>
                  </a:lnTo>
                  <a:lnTo>
                    <a:pt x="32" y="42"/>
                  </a:lnTo>
                  <a:lnTo>
                    <a:pt x="32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1593850" y="381000"/>
              <a:ext cx="17463" cy="82550"/>
            </a:xfrm>
            <a:custGeom>
              <a:avLst/>
              <a:gdLst>
                <a:gd name="T0" fmla="*/ 0 w 11"/>
                <a:gd name="T1" fmla="*/ 52 h 52"/>
                <a:gd name="T2" fmla="*/ 0 w 11"/>
                <a:gd name="T3" fmla="*/ 0 h 52"/>
                <a:gd name="T4" fmla="*/ 6 w 11"/>
                <a:gd name="T5" fmla="*/ 0 h 52"/>
                <a:gd name="T6" fmla="*/ 11 w 11"/>
                <a:gd name="T7" fmla="*/ 0 h 52"/>
                <a:gd name="T8" fmla="*/ 11 w 11"/>
                <a:gd name="T9" fmla="*/ 52 h 52"/>
                <a:gd name="T10" fmla="*/ 0 w 11"/>
                <a:gd name="T1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52">
                  <a:moveTo>
                    <a:pt x="0" y="52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1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627188" y="381000"/>
              <a:ext cx="49213" cy="82550"/>
            </a:xfrm>
            <a:custGeom>
              <a:avLst/>
              <a:gdLst>
                <a:gd name="T0" fmla="*/ 0 w 31"/>
                <a:gd name="T1" fmla="*/ 52 h 52"/>
                <a:gd name="T2" fmla="*/ 0 w 31"/>
                <a:gd name="T3" fmla="*/ 0 h 52"/>
                <a:gd name="T4" fmla="*/ 31 w 31"/>
                <a:gd name="T5" fmla="*/ 0 h 52"/>
                <a:gd name="T6" fmla="*/ 31 w 31"/>
                <a:gd name="T7" fmla="*/ 10 h 52"/>
                <a:gd name="T8" fmla="*/ 11 w 31"/>
                <a:gd name="T9" fmla="*/ 10 h 52"/>
                <a:gd name="T10" fmla="*/ 11 w 31"/>
                <a:gd name="T11" fmla="*/ 22 h 52"/>
                <a:gd name="T12" fmla="*/ 29 w 31"/>
                <a:gd name="T13" fmla="*/ 22 h 52"/>
                <a:gd name="T14" fmla="*/ 29 w 31"/>
                <a:gd name="T15" fmla="*/ 31 h 52"/>
                <a:gd name="T16" fmla="*/ 11 w 31"/>
                <a:gd name="T17" fmla="*/ 31 h 52"/>
                <a:gd name="T18" fmla="*/ 11 w 31"/>
                <a:gd name="T19" fmla="*/ 52 h 52"/>
                <a:gd name="T20" fmla="*/ 0 w 31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52">
                  <a:moveTo>
                    <a:pt x="0" y="52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1" y="10"/>
                  </a:lnTo>
                  <a:lnTo>
                    <a:pt x="11" y="10"/>
                  </a:lnTo>
                  <a:lnTo>
                    <a:pt x="11" y="22"/>
                  </a:lnTo>
                  <a:lnTo>
                    <a:pt x="29" y="22"/>
                  </a:lnTo>
                  <a:lnTo>
                    <a:pt x="29" y="31"/>
                  </a:lnTo>
                  <a:lnTo>
                    <a:pt x="11" y="31"/>
                  </a:lnTo>
                  <a:lnTo>
                    <a:pt x="11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1687513" y="381000"/>
              <a:ext cx="53975" cy="82550"/>
            </a:xfrm>
            <a:custGeom>
              <a:avLst/>
              <a:gdLst>
                <a:gd name="T0" fmla="*/ 0 w 34"/>
                <a:gd name="T1" fmla="*/ 52 h 52"/>
                <a:gd name="T2" fmla="*/ 0 w 34"/>
                <a:gd name="T3" fmla="*/ 0 h 52"/>
                <a:gd name="T4" fmla="*/ 33 w 34"/>
                <a:gd name="T5" fmla="*/ 0 h 52"/>
                <a:gd name="T6" fmla="*/ 33 w 34"/>
                <a:gd name="T7" fmla="*/ 10 h 52"/>
                <a:gd name="T8" fmla="*/ 11 w 34"/>
                <a:gd name="T9" fmla="*/ 10 h 52"/>
                <a:gd name="T10" fmla="*/ 11 w 34"/>
                <a:gd name="T11" fmla="*/ 21 h 52"/>
                <a:gd name="T12" fmla="*/ 31 w 34"/>
                <a:gd name="T13" fmla="*/ 21 h 52"/>
                <a:gd name="T14" fmla="*/ 31 w 34"/>
                <a:gd name="T15" fmla="*/ 30 h 52"/>
                <a:gd name="T16" fmla="*/ 11 w 34"/>
                <a:gd name="T17" fmla="*/ 30 h 52"/>
                <a:gd name="T18" fmla="*/ 11 w 34"/>
                <a:gd name="T19" fmla="*/ 43 h 52"/>
                <a:gd name="T20" fmla="*/ 34 w 34"/>
                <a:gd name="T21" fmla="*/ 43 h 52"/>
                <a:gd name="T22" fmla="*/ 34 w 34"/>
                <a:gd name="T23" fmla="*/ 52 h 52"/>
                <a:gd name="T24" fmla="*/ 0 w 34"/>
                <a:gd name="T2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52">
                  <a:moveTo>
                    <a:pt x="0" y="52"/>
                  </a:moveTo>
                  <a:lnTo>
                    <a:pt x="0" y="0"/>
                  </a:lnTo>
                  <a:lnTo>
                    <a:pt x="33" y="0"/>
                  </a:lnTo>
                  <a:lnTo>
                    <a:pt x="33" y="10"/>
                  </a:lnTo>
                  <a:lnTo>
                    <a:pt x="11" y="10"/>
                  </a:lnTo>
                  <a:lnTo>
                    <a:pt x="11" y="21"/>
                  </a:lnTo>
                  <a:lnTo>
                    <a:pt x="31" y="21"/>
                  </a:lnTo>
                  <a:lnTo>
                    <a:pt x="31" y="30"/>
                  </a:lnTo>
                  <a:lnTo>
                    <a:pt x="11" y="30"/>
                  </a:lnTo>
                  <a:lnTo>
                    <a:pt x="11" y="43"/>
                  </a:lnTo>
                  <a:lnTo>
                    <a:pt x="34" y="43"/>
                  </a:lnTo>
                  <a:lnTo>
                    <a:pt x="34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1784350" y="381000"/>
              <a:ext cx="17463" cy="82550"/>
            </a:xfrm>
            <a:custGeom>
              <a:avLst/>
              <a:gdLst>
                <a:gd name="T0" fmla="*/ 0 w 11"/>
                <a:gd name="T1" fmla="*/ 52 h 52"/>
                <a:gd name="T2" fmla="*/ 0 w 11"/>
                <a:gd name="T3" fmla="*/ 0 h 52"/>
                <a:gd name="T4" fmla="*/ 6 w 11"/>
                <a:gd name="T5" fmla="*/ 0 h 52"/>
                <a:gd name="T6" fmla="*/ 11 w 11"/>
                <a:gd name="T7" fmla="*/ 0 h 52"/>
                <a:gd name="T8" fmla="*/ 11 w 11"/>
                <a:gd name="T9" fmla="*/ 52 h 52"/>
                <a:gd name="T10" fmla="*/ 0 w 11"/>
                <a:gd name="T1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52">
                  <a:moveTo>
                    <a:pt x="0" y="52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1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814513" y="379413"/>
              <a:ext cx="57150" cy="85725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1914525" y="381000"/>
              <a:ext cx="49213" cy="82550"/>
            </a:xfrm>
            <a:custGeom>
              <a:avLst/>
              <a:gdLst>
                <a:gd name="T0" fmla="*/ 0 w 31"/>
                <a:gd name="T1" fmla="*/ 52 h 52"/>
                <a:gd name="T2" fmla="*/ 0 w 31"/>
                <a:gd name="T3" fmla="*/ 0 h 52"/>
                <a:gd name="T4" fmla="*/ 31 w 31"/>
                <a:gd name="T5" fmla="*/ 0 h 52"/>
                <a:gd name="T6" fmla="*/ 31 w 31"/>
                <a:gd name="T7" fmla="*/ 10 h 52"/>
                <a:gd name="T8" fmla="*/ 11 w 31"/>
                <a:gd name="T9" fmla="*/ 10 h 52"/>
                <a:gd name="T10" fmla="*/ 11 w 31"/>
                <a:gd name="T11" fmla="*/ 22 h 52"/>
                <a:gd name="T12" fmla="*/ 28 w 31"/>
                <a:gd name="T13" fmla="*/ 22 h 52"/>
                <a:gd name="T14" fmla="*/ 28 w 31"/>
                <a:gd name="T15" fmla="*/ 31 h 52"/>
                <a:gd name="T16" fmla="*/ 11 w 31"/>
                <a:gd name="T17" fmla="*/ 31 h 52"/>
                <a:gd name="T18" fmla="*/ 11 w 31"/>
                <a:gd name="T19" fmla="*/ 52 h 52"/>
                <a:gd name="T20" fmla="*/ 0 w 31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52">
                  <a:moveTo>
                    <a:pt x="0" y="52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1" y="10"/>
                  </a:lnTo>
                  <a:lnTo>
                    <a:pt x="11" y="10"/>
                  </a:lnTo>
                  <a:lnTo>
                    <a:pt x="11" y="22"/>
                  </a:lnTo>
                  <a:lnTo>
                    <a:pt x="28" y="22"/>
                  </a:lnTo>
                  <a:lnTo>
                    <a:pt x="28" y="31"/>
                  </a:lnTo>
                  <a:lnTo>
                    <a:pt x="11" y="31"/>
                  </a:lnTo>
                  <a:lnTo>
                    <a:pt x="11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2" name="Freeform 17"/>
            <p:cNvSpPr>
              <a:spLocks noEditPoints="1"/>
            </p:cNvSpPr>
            <p:nvPr/>
          </p:nvSpPr>
          <p:spPr bwMode="auto">
            <a:xfrm>
              <a:off x="1970088" y="379413"/>
              <a:ext cx="69850" cy="85725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3" name="Freeform 18"/>
            <p:cNvSpPr>
              <a:spLocks noEditPoints="1"/>
            </p:cNvSpPr>
            <p:nvPr/>
          </p:nvSpPr>
          <p:spPr bwMode="auto">
            <a:xfrm>
              <a:off x="2052638" y="381000"/>
              <a:ext cx="61913" cy="82550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2154238" y="379413"/>
              <a:ext cx="57150" cy="85725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2222500" y="381000"/>
              <a:ext cx="61913" cy="82550"/>
            </a:xfrm>
            <a:custGeom>
              <a:avLst/>
              <a:gdLst>
                <a:gd name="T0" fmla="*/ 0 w 39"/>
                <a:gd name="T1" fmla="*/ 52 h 52"/>
                <a:gd name="T2" fmla="*/ 0 w 39"/>
                <a:gd name="T3" fmla="*/ 0 h 52"/>
                <a:gd name="T4" fmla="*/ 11 w 39"/>
                <a:gd name="T5" fmla="*/ 0 h 52"/>
                <a:gd name="T6" fmla="*/ 11 w 39"/>
                <a:gd name="T7" fmla="*/ 20 h 52"/>
                <a:gd name="T8" fmla="*/ 28 w 39"/>
                <a:gd name="T9" fmla="*/ 20 h 52"/>
                <a:gd name="T10" fmla="*/ 28 w 39"/>
                <a:gd name="T11" fmla="*/ 0 h 52"/>
                <a:gd name="T12" fmla="*/ 39 w 39"/>
                <a:gd name="T13" fmla="*/ 0 h 52"/>
                <a:gd name="T14" fmla="*/ 39 w 39"/>
                <a:gd name="T15" fmla="*/ 52 h 52"/>
                <a:gd name="T16" fmla="*/ 28 w 39"/>
                <a:gd name="T17" fmla="*/ 52 h 52"/>
                <a:gd name="T18" fmla="*/ 28 w 39"/>
                <a:gd name="T19" fmla="*/ 30 h 52"/>
                <a:gd name="T20" fmla="*/ 11 w 39"/>
                <a:gd name="T21" fmla="*/ 30 h 52"/>
                <a:gd name="T22" fmla="*/ 11 w 39"/>
                <a:gd name="T23" fmla="*/ 52 h 52"/>
                <a:gd name="T24" fmla="*/ 0 w 39"/>
                <a:gd name="T2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52">
                  <a:moveTo>
                    <a:pt x="0" y="52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20"/>
                  </a:lnTo>
                  <a:lnTo>
                    <a:pt x="28" y="20"/>
                  </a:lnTo>
                  <a:lnTo>
                    <a:pt x="28" y="0"/>
                  </a:lnTo>
                  <a:lnTo>
                    <a:pt x="39" y="0"/>
                  </a:lnTo>
                  <a:lnTo>
                    <a:pt x="39" y="52"/>
                  </a:lnTo>
                  <a:lnTo>
                    <a:pt x="28" y="52"/>
                  </a:lnTo>
                  <a:lnTo>
                    <a:pt x="28" y="30"/>
                  </a:lnTo>
                  <a:lnTo>
                    <a:pt x="11" y="30"/>
                  </a:lnTo>
                  <a:lnTo>
                    <a:pt x="11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2293938" y="381000"/>
              <a:ext cx="69850" cy="82550"/>
            </a:xfrm>
            <a:custGeom>
              <a:avLst/>
              <a:gdLst>
                <a:gd name="T0" fmla="*/ 16 w 44"/>
                <a:gd name="T1" fmla="*/ 0 h 52"/>
                <a:gd name="T2" fmla="*/ 27 w 44"/>
                <a:gd name="T3" fmla="*/ 0 h 52"/>
                <a:gd name="T4" fmla="*/ 44 w 44"/>
                <a:gd name="T5" fmla="*/ 52 h 52"/>
                <a:gd name="T6" fmla="*/ 32 w 44"/>
                <a:gd name="T7" fmla="*/ 52 h 52"/>
                <a:gd name="T8" fmla="*/ 29 w 44"/>
                <a:gd name="T9" fmla="*/ 41 h 52"/>
                <a:gd name="T10" fmla="*/ 14 w 44"/>
                <a:gd name="T11" fmla="*/ 41 h 52"/>
                <a:gd name="T12" fmla="*/ 11 w 44"/>
                <a:gd name="T13" fmla="*/ 52 h 52"/>
                <a:gd name="T14" fmla="*/ 0 w 44"/>
                <a:gd name="T15" fmla="*/ 52 h 52"/>
                <a:gd name="T16" fmla="*/ 16 w 44"/>
                <a:gd name="T17" fmla="*/ 0 h 52"/>
                <a:gd name="T18" fmla="*/ 17 w 44"/>
                <a:gd name="T19" fmla="*/ 32 h 52"/>
                <a:gd name="T20" fmla="*/ 27 w 44"/>
                <a:gd name="T21" fmla="*/ 32 h 52"/>
                <a:gd name="T22" fmla="*/ 21 w 44"/>
                <a:gd name="T23" fmla="*/ 14 h 52"/>
                <a:gd name="T24" fmla="*/ 17 w 44"/>
                <a:gd name="T25" fmla="*/ 3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2">
                  <a:moveTo>
                    <a:pt x="16" y="0"/>
                  </a:moveTo>
                  <a:lnTo>
                    <a:pt x="27" y="0"/>
                  </a:lnTo>
                  <a:lnTo>
                    <a:pt x="44" y="52"/>
                  </a:lnTo>
                  <a:lnTo>
                    <a:pt x="32" y="52"/>
                  </a:lnTo>
                  <a:lnTo>
                    <a:pt x="29" y="41"/>
                  </a:lnTo>
                  <a:lnTo>
                    <a:pt x="14" y="41"/>
                  </a:lnTo>
                  <a:lnTo>
                    <a:pt x="11" y="52"/>
                  </a:lnTo>
                  <a:lnTo>
                    <a:pt x="0" y="52"/>
                  </a:lnTo>
                  <a:lnTo>
                    <a:pt x="16" y="0"/>
                  </a:lnTo>
                  <a:close/>
                  <a:moveTo>
                    <a:pt x="17" y="32"/>
                  </a:moveTo>
                  <a:lnTo>
                    <a:pt x="27" y="32"/>
                  </a:lnTo>
                  <a:lnTo>
                    <a:pt x="21" y="14"/>
                  </a:lnTo>
                  <a:lnTo>
                    <a:pt x="17" y="3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7" name="Freeform 22"/>
            <p:cNvSpPr>
              <a:spLocks noEditPoints="1"/>
            </p:cNvSpPr>
            <p:nvPr/>
          </p:nvSpPr>
          <p:spPr bwMode="auto">
            <a:xfrm>
              <a:off x="2371725" y="381000"/>
              <a:ext cx="61913" cy="82550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2446338" y="381000"/>
              <a:ext cx="17463" cy="82550"/>
            </a:xfrm>
            <a:custGeom>
              <a:avLst/>
              <a:gdLst>
                <a:gd name="T0" fmla="*/ 0 w 11"/>
                <a:gd name="T1" fmla="*/ 52 h 52"/>
                <a:gd name="T2" fmla="*/ 0 w 11"/>
                <a:gd name="T3" fmla="*/ 0 h 52"/>
                <a:gd name="T4" fmla="*/ 6 w 11"/>
                <a:gd name="T5" fmla="*/ 0 h 52"/>
                <a:gd name="T6" fmla="*/ 11 w 11"/>
                <a:gd name="T7" fmla="*/ 0 h 52"/>
                <a:gd name="T8" fmla="*/ 11 w 11"/>
                <a:gd name="T9" fmla="*/ 52 h 52"/>
                <a:gd name="T10" fmla="*/ 0 w 11"/>
                <a:gd name="T1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52">
                  <a:moveTo>
                    <a:pt x="0" y="52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1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auto">
            <a:xfrm>
              <a:off x="2479675" y="381000"/>
              <a:ext cx="60325" cy="82550"/>
            </a:xfrm>
            <a:custGeom>
              <a:avLst/>
              <a:gdLst>
                <a:gd name="T0" fmla="*/ 0 w 38"/>
                <a:gd name="T1" fmla="*/ 52 h 52"/>
                <a:gd name="T2" fmla="*/ 0 w 38"/>
                <a:gd name="T3" fmla="*/ 0 h 52"/>
                <a:gd name="T4" fmla="*/ 11 w 38"/>
                <a:gd name="T5" fmla="*/ 0 h 52"/>
                <a:gd name="T6" fmla="*/ 27 w 38"/>
                <a:gd name="T7" fmla="*/ 34 h 52"/>
                <a:gd name="T8" fmla="*/ 27 w 38"/>
                <a:gd name="T9" fmla="*/ 0 h 52"/>
                <a:gd name="T10" fmla="*/ 38 w 38"/>
                <a:gd name="T11" fmla="*/ 0 h 52"/>
                <a:gd name="T12" fmla="*/ 38 w 38"/>
                <a:gd name="T13" fmla="*/ 52 h 52"/>
                <a:gd name="T14" fmla="*/ 27 w 38"/>
                <a:gd name="T15" fmla="*/ 52 h 52"/>
                <a:gd name="T16" fmla="*/ 10 w 38"/>
                <a:gd name="T17" fmla="*/ 19 h 52"/>
                <a:gd name="T18" fmla="*/ 10 w 38"/>
                <a:gd name="T19" fmla="*/ 52 h 52"/>
                <a:gd name="T20" fmla="*/ 0 w 38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52">
                  <a:moveTo>
                    <a:pt x="0" y="52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7" y="34"/>
                  </a:lnTo>
                  <a:lnTo>
                    <a:pt x="27" y="0"/>
                  </a:lnTo>
                  <a:lnTo>
                    <a:pt x="38" y="0"/>
                  </a:lnTo>
                  <a:lnTo>
                    <a:pt x="38" y="52"/>
                  </a:lnTo>
                  <a:lnTo>
                    <a:pt x="27" y="52"/>
                  </a:lnTo>
                  <a:lnTo>
                    <a:pt x="10" y="19"/>
                  </a:lnTo>
                  <a:lnTo>
                    <a:pt x="1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2552700" y="379413"/>
              <a:ext cx="66675" cy="85725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  <p:sp>
          <p:nvSpPr>
            <p:cNvPr id="31" name="Freeform 26"/>
            <p:cNvSpPr>
              <a:spLocks/>
            </p:cNvSpPr>
            <p:nvPr/>
          </p:nvSpPr>
          <p:spPr bwMode="auto">
            <a:xfrm>
              <a:off x="2633663" y="446088"/>
              <a:ext cx="19050" cy="17463"/>
            </a:xfrm>
            <a:custGeom>
              <a:avLst/>
              <a:gdLst>
                <a:gd name="T0" fmla="*/ 12 w 12"/>
                <a:gd name="T1" fmla="*/ 0 h 11"/>
                <a:gd name="T2" fmla="*/ 12 w 12"/>
                <a:gd name="T3" fmla="*/ 11 h 11"/>
                <a:gd name="T4" fmla="*/ 0 w 12"/>
                <a:gd name="T5" fmla="*/ 11 h 11"/>
                <a:gd name="T6" fmla="*/ 0 w 12"/>
                <a:gd name="T7" fmla="*/ 0 h 11"/>
                <a:gd name="T8" fmla="*/ 7 w 12"/>
                <a:gd name="T9" fmla="*/ 0 h 11"/>
                <a:gd name="T10" fmla="*/ 12 w 12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1">
                  <a:moveTo>
                    <a:pt x="12" y="0"/>
                  </a:moveTo>
                  <a:lnTo>
                    <a:pt x="1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7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TeleGrotesk Nex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313548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pos="295" userDrawn="1">
          <p15:clr>
            <a:srgbClr val="F26B43"/>
          </p15:clr>
        </p15:guide>
        <p15:guide id="2" pos="4015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8800" y="371599"/>
            <a:ext cx="5900400" cy="3318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>
              <a:latin typeface="TeleGrotesk Next" pitchFamily="2" charset="0"/>
            </a:endParaRPr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8800" y="3876675"/>
            <a:ext cx="5900400" cy="45815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err="1"/>
              <a:t>Textmasterformate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  <a:p>
            <a:pPr lvl="1"/>
            <a:r>
              <a:rPr lang="en-US" err="1"/>
              <a:t>Zweite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2"/>
            <a:r>
              <a:rPr lang="en-US" err="1"/>
              <a:t>Dritte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3"/>
            <a:r>
              <a:rPr lang="en-US" err="1"/>
              <a:t>Vierte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4"/>
            <a:r>
              <a:rPr lang="en-US" err="1"/>
              <a:t>Fünfte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907600" y="8640000"/>
            <a:ext cx="471600" cy="2808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latin typeface="Tele-GroteskNor" pitchFamily="2" charset="0"/>
              </a:defRPr>
            </a:lvl1pPr>
          </a:lstStyle>
          <a:p>
            <a:fld id="{76E97663-D53D-4421-A2F3-0C076A0529F5}" type="slidenum">
              <a:rPr lang="en-US" smtClean="0">
                <a:latin typeface="TeleGrotesk Next" pitchFamily="2" charset="0"/>
              </a:rPr>
              <a:pPr/>
              <a:t>‹#›</a:t>
            </a:fld>
            <a:endParaRPr lang="en-US">
              <a:latin typeface="TeleGrotesk N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4468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indent="0" algn="l" defTabSz="1152144" rtl="0" eaLnBrk="1" latinLnBrk="0" hangingPunct="1">
      <a:lnSpc>
        <a:spcPct val="90000"/>
      </a:lnSpc>
      <a:spcBef>
        <a:spcPts val="400"/>
      </a:spcBef>
      <a:buClr>
        <a:schemeClr val="tx2"/>
      </a:buClr>
      <a:buSzPct val="75000"/>
      <a:buFont typeface="Wingdings" pitchFamily="2" charset="2"/>
      <a:buNone/>
      <a:defRPr sz="1000" kern="1200">
        <a:solidFill>
          <a:schemeClr val="tx1"/>
        </a:solidFill>
        <a:latin typeface="TeleGrotesk Next" pitchFamily="2" charset="0"/>
        <a:ea typeface="+mn-ea"/>
        <a:cs typeface="+mn-cs"/>
        <a:sym typeface="TeleGrotesk Next" pitchFamily="2" charset="0"/>
      </a:defRPr>
    </a:lvl1pPr>
    <a:lvl2pPr marL="0" indent="0" algn="l" defTabSz="1152144" rtl="0" eaLnBrk="1" latinLnBrk="0" hangingPunct="1">
      <a:lnSpc>
        <a:spcPct val="90000"/>
      </a:lnSpc>
      <a:spcBef>
        <a:spcPts val="400"/>
      </a:spcBef>
      <a:buClr>
        <a:schemeClr val="tx2"/>
      </a:buClr>
      <a:buSzPct val="75000"/>
      <a:buFont typeface="Wingdings" pitchFamily="2" charset="2"/>
      <a:buNone/>
      <a:defRPr sz="1000" kern="1200">
        <a:solidFill>
          <a:schemeClr val="tx1"/>
        </a:solidFill>
        <a:latin typeface="TeleGrotesk Next" pitchFamily="2" charset="0"/>
        <a:ea typeface="+mn-ea"/>
        <a:cs typeface="+mn-cs"/>
        <a:sym typeface="TeleGrotesk Next" pitchFamily="2" charset="0"/>
      </a:defRPr>
    </a:lvl2pPr>
    <a:lvl3pPr marL="85725" indent="-85725" algn="l" defTabSz="1152144" rtl="0" eaLnBrk="1" latinLnBrk="0" hangingPunct="1">
      <a:lnSpc>
        <a:spcPct val="90000"/>
      </a:lnSpc>
      <a:spcBef>
        <a:spcPts val="400"/>
      </a:spcBef>
      <a:buClrTx/>
      <a:buSzPct val="70000"/>
      <a:buFont typeface="Wingdings 2" panose="05020102010507070707" pitchFamily="18" charset="2"/>
      <a:buChar char="¡"/>
      <a:defRPr sz="1000" kern="1200">
        <a:solidFill>
          <a:schemeClr val="tx1"/>
        </a:solidFill>
        <a:latin typeface="TeleGrotesk Next" pitchFamily="2" charset="0"/>
        <a:ea typeface="+mn-ea"/>
        <a:cs typeface="+mn-cs"/>
        <a:sym typeface="TeleGrotesk Next" pitchFamily="2" charset="0"/>
      </a:defRPr>
    </a:lvl3pPr>
    <a:lvl4pPr marL="180975" indent="-95250" algn="l" defTabSz="1152144" rtl="0" eaLnBrk="1" latinLnBrk="0" hangingPunct="1">
      <a:lnSpc>
        <a:spcPct val="90000"/>
      </a:lnSpc>
      <a:spcBef>
        <a:spcPts val="400"/>
      </a:spcBef>
      <a:buClrTx/>
      <a:buSzPct val="70000"/>
      <a:buFont typeface="Wingdings 2" panose="05020102010507070707" pitchFamily="18" charset="2"/>
      <a:buChar char="¡"/>
      <a:defRPr sz="1000" kern="1200">
        <a:solidFill>
          <a:schemeClr val="tx1"/>
        </a:solidFill>
        <a:latin typeface="TeleGrotesk Next" pitchFamily="2" charset="0"/>
        <a:ea typeface="+mn-ea"/>
        <a:cs typeface="+mn-cs"/>
        <a:sym typeface="TeleGrotesk Next" pitchFamily="2" charset="0"/>
      </a:defRPr>
    </a:lvl4pPr>
    <a:lvl5pPr marL="266700" indent="-85725" algn="l" defTabSz="1152144" rtl="0" eaLnBrk="1" latinLnBrk="0" hangingPunct="1">
      <a:lnSpc>
        <a:spcPct val="90000"/>
      </a:lnSpc>
      <a:spcBef>
        <a:spcPts val="400"/>
      </a:spcBef>
      <a:buClrTx/>
      <a:buSzPct val="70000"/>
      <a:buFont typeface="Wingdings 2" panose="05020102010507070707" pitchFamily="18" charset="2"/>
      <a:buChar char="¡"/>
      <a:defRPr sz="1000" kern="1200">
        <a:solidFill>
          <a:schemeClr val="tx1"/>
        </a:solidFill>
        <a:latin typeface="TeleGrotesk Next" pitchFamily="2" charset="0"/>
        <a:ea typeface="+mn-ea"/>
        <a:cs typeface="+mn-cs"/>
        <a:sym typeface="TeleGrotesk Next" pitchFamily="2" charset="0"/>
      </a:defRPr>
    </a:lvl5pPr>
    <a:lvl6pPr marL="2880360" algn="l" defTabSz="115214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56432" algn="l" defTabSz="115214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32504" algn="l" defTabSz="115214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08576" algn="l" defTabSz="115214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371475"/>
            <a:ext cx="5899150" cy="33194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97663-D53D-4421-A2F3-0C076A0529F5}" type="slidenum">
              <a:rPr lang="en-US" smtClean="0">
                <a:latin typeface="TeleGrotesk Next" pitchFamily="2" charset="0"/>
              </a:rPr>
              <a:pPr/>
              <a:t>1</a:t>
            </a:fld>
            <a:endParaRPr lang="en-US">
              <a:latin typeface="TeleGrotesk N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10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C72F-CECE-492F-7441-EE3A94DE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63548-705C-25E9-F90D-A4FA3ABA6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371475"/>
            <a:ext cx="5899150" cy="33194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D38EC-87F6-51C3-6A2A-65BDD466B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69C2A-B651-B668-8FF0-96D704528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97663-D53D-4421-A2F3-0C076A0529F5}" type="slidenum">
              <a:rPr lang="en-US" smtClean="0">
                <a:latin typeface="TeleGrotesk Next" pitchFamily="2" charset="0"/>
              </a:rPr>
              <a:pPr/>
              <a:t>2</a:t>
            </a:fld>
            <a:endParaRPr lang="en-US">
              <a:latin typeface="TeleGrotesk N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86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E7BC-6998-C707-8F7C-1817F35F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44EE3-9562-0312-18B1-EDC561EA5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371475"/>
            <a:ext cx="5899150" cy="33194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89F64-5DE1-F9FE-86A8-832679800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1124-303F-B11A-A9E3-378B68B26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97663-D53D-4421-A2F3-0C076A0529F5}" type="slidenum">
              <a:rPr lang="en-US" smtClean="0">
                <a:latin typeface="TeleGrotesk Next" pitchFamily="2" charset="0"/>
              </a:rPr>
              <a:pPr/>
              <a:t>3</a:t>
            </a:fld>
            <a:endParaRPr lang="en-US">
              <a:latin typeface="TeleGrotesk N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588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371475"/>
            <a:ext cx="5899150" cy="33194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97663-D53D-4421-A2F3-0C076A0529F5}" type="slidenum">
              <a:rPr lang="en-US" smtClean="0">
                <a:latin typeface="TeleGrotesk Next" pitchFamily="2" charset="0"/>
              </a:rPr>
              <a:pPr/>
              <a:t>4</a:t>
            </a:fld>
            <a:endParaRPr lang="en-US">
              <a:latin typeface="TeleGrotesk N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3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7307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323850"/>
            <a:ext cx="10874374" cy="2308324"/>
          </a:xfrm>
          <a:noFill/>
        </p:spPr>
        <p:txBody>
          <a:bodyPr wrap="square" lIns="0" tIns="0">
            <a:spAutoFit/>
          </a:bodyPr>
          <a:lstStyle>
            <a:lvl1pPr>
              <a:defRPr sz="75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 noProof="0"/>
              <a:t>next Ultra </a:t>
            </a:r>
            <a:br>
              <a:rPr lang="en-US" noProof="0"/>
            </a:br>
            <a:r>
              <a:rPr lang="en-US" noProof="0"/>
              <a:t>60 (75) 90 PT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323850" y="3240088"/>
            <a:ext cx="10874375" cy="512090"/>
          </a:xfrm>
          <a:noFill/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noProof="0"/>
              <a:t>Sub-heading: </a:t>
            </a:r>
            <a:r>
              <a:rPr lang="en-US" noProof="0" err="1"/>
              <a:t>TeleGrotesk</a:t>
            </a:r>
            <a:r>
              <a:rPr lang="en-US" noProof="0"/>
              <a:t> Next bold 18 </a:t>
            </a:r>
            <a:r>
              <a:rPr lang="en-US" noProof="0" err="1"/>
              <a:t>pt</a:t>
            </a:r>
            <a:endParaRPr lang="en-US" noProof="0"/>
          </a:p>
        </p:txBody>
      </p:sp>
      <p:grpSp>
        <p:nvGrpSpPr>
          <p:cNvPr id="34" name="Gruppieren 33"/>
          <p:cNvGrpSpPr/>
          <p:nvPr userDrawn="1"/>
        </p:nvGrpSpPr>
        <p:grpSpPr bwMode="black">
          <a:xfrm>
            <a:off x="323850" y="5511800"/>
            <a:ext cx="1314450" cy="649288"/>
            <a:chOff x="323850" y="5511800"/>
            <a:chExt cx="1314450" cy="649288"/>
          </a:xfrm>
        </p:grpSpPr>
        <p:sp>
          <p:nvSpPr>
            <p:cNvPr id="4" name="Freeform 5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" name="Freeform 6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63" name="Gruppieren 62"/>
          <p:cNvGrpSpPr/>
          <p:nvPr userDrawn="1"/>
        </p:nvGrpSpPr>
        <p:grpSpPr bwMode="black">
          <a:xfrm>
            <a:off x="8974137" y="5788025"/>
            <a:ext cx="2224088" cy="171450"/>
            <a:chOff x="3213101" y="5788025"/>
            <a:chExt cx="2224088" cy="171450"/>
          </a:xfrm>
        </p:grpSpPr>
        <p:sp>
          <p:nvSpPr>
            <p:cNvPr id="64" name="Freeform 55"/>
            <p:cNvSpPr>
              <a:spLocks/>
            </p:cNvSpPr>
            <p:nvPr userDrawn="1"/>
          </p:nvSpPr>
          <p:spPr bwMode="black">
            <a:xfrm>
              <a:off x="3213101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5" name="Freeform 56"/>
            <p:cNvSpPr>
              <a:spLocks/>
            </p:cNvSpPr>
            <p:nvPr userDrawn="1"/>
          </p:nvSpPr>
          <p:spPr bwMode="black">
            <a:xfrm>
              <a:off x="3333751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6" name="Freeform 57"/>
            <p:cNvSpPr>
              <a:spLocks/>
            </p:cNvSpPr>
            <p:nvPr userDrawn="1"/>
          </p:nvSpPr>
          <p:spPr bwMode="black">
            <a:xfrm>
              <a:off x="3400426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7" name="Freeform 58"/>
            <p:cNvSpPr>
              <a:spLocks/>
            </p:cNvSpPr>
            <p:nvPr userDrawn="1"/>
          </p:nvSpPr>
          <p:spPr bwMode="black">
            <a:xfrm>
              <a:off x="3519488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8" name="Freeform 59"/>
            <p:cNvSpPr>
              <a:spLocks/>
            </p:cNvSpPr>
            <p:nvPr userDrawn="1"/>
          </p:nvSpPr>
          <p:spPr bwMode="black">
            <a:xfrm>
              <a:off x="371157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9" name="Freeform 60"/>
            <p:cNvSpPr>
              <a:spLocks/>
            </p:cNvSpPr>
            <p:nvPr userDrawn="1"/>
          </p:nvSpPr>
          <p:spPr bwMode="black">
            <a:xfrm>
              <a:off x="37719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0" name="Freeform 61"/>
            <p:cNvSpPr>
              <a:spLocks/>
            </p:cNvSpPr>
            <p:nvPr userDrawn="1"/>
          </p:nvSpPr>
          <p:spPr bwMode="black">
            <a:xfrm>
              <a:off x="3968751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1" name="Freeform 62"/>
            <p:cNvSpPr>
              <a:spLocks noEditPoints="1"/>
            </p:cNvSpPr>
            <p:nvPr userDrawn="1"/>
          </p:nvSpPr>
          <p:spPr bwMode="black">
            <a:xfrm>
              <a:off x="4081463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2" name="Freeform 63"/>
            <p:cNvSpPr>
              <a:spLocks noEditPoints="1"/>
            </p:cNvSpPr>
            <p:nvPr userDrawn="1"/>
          </p:nvSpPr>
          <p:spPr bwMode="black">
            <a:xfrm>
              <a:off x="4244976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3" name="Freeform 64"/>
            <p:cNvSpPr>
              <a:spLocks/>
            </p:cNvSpPr>
            <p:nvPr userDrawn="1"/>
          </p:nvSpPr>
          <p:spPr bwMode="black">
            <a:xfrm>
              <a:off x="44450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4" name="Freeform 65"/>
            <p:cNvSpPr>
              <a:spLocks/>
            </p:cNvSpPr>
            <p:nvPr userDrawn="1"/>
          </p:nvSpPr>
          <p:spPr bwMode="black">
            <a:xfrm>
              <a:off x="4583113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5" name="Freeform 66"/>
            <p:cNvSpPr>
              <a:spLocks noEditPoints="1"/>
            </p:cNvSpPr>
            <p:nvPr userDrawn="1"/>
          </p:nvSpPr>
          <p:spPr bwMode="black">
            <a:xfrm>
              <a:off x="4722813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6" name="Freeform 67"/>
            <p:cNvSpPr>
              <a:spLocks noEditPoints="1"/>
            </p:cNvSpPr>
            <p:nvPr userDrawn="1"/>
          </p:nvSpPr>
          <p:spPr bwMode="black">
            <a:xfrm>
              <a:off x="4879976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7" name="Freeform 68"/>
            <p:cNvSpPr>
              <a:spLocks/>
            </p:cNvSpPr>
            <p:nvPr userDrawn="1"/>
          </p:nvSpPr>
          <p:spPr bwMode="black">
            <a:xfrm>
              <a:off x="502602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8" name="Freeform 69"/>
            <p:cNvSpPr>
              <a:spLocks/>
            </p:cNvSpPr>
            <p:nvPr userDrawn="1"/>
          </p:nvSpPr>
          <p:spPr bwMode="black">
            <a:xfrm>
              <a:off x="5092701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9" name="Freeform 70"/>
            <p:cNvSpPr>
              <a:spLocks/>
            </p:cNvSpPr>
            <p:nvPr userDrawn="1"/>
          </p:nvSpPr>
          <p:spPr bwMode="black">
            <a:xfrm>
              <a:off x="5237163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80" name="Freeform 71"/>
            <p:cNvSpPr>
              <a:spLocks/>
            </p:cNvSpPr>
            <p:nvPr userDrawn="1"/>
          </p:nvSpPr>
          <p:spPr bwMode="black">
            <a:xfrm>
              <a:off x="5400676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115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">
    <p:bg bwMode="lt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4" name="Objek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/>
          <p:nvPr userDrawn="1"/>
        </p:nvSpPr>
        <p:spPr bwMode="white">
          <a:xfrm>
            <a:off x="-1" y="3240088"/>
            <a:ext cx="11522076" cy="3240087"/>
          </a:xfrm>
          <a:prstGeom prst="rect">
            <a:avLst/>
          </a:prstGeom>
          <a:solidFill>
            <a:schemeClr val="tx2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indent="3175" algn="ctr" defTabSz="457293" eaLnBrk="1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</a:pPr>
            <a:endParaRPr lang="en-US" sz="1800">
              <a:cs typeface="TeleGrotesk Next" pitchFamily="2" charset="0"/>
            </a:endParaRPr>
          </a:p>
        </p:txBody>
      </p:sp>
      <p:sp>
        <p:nvSpPr>
          <p:cNvPr id="45058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3240000"/>
            <a:ext cx="10874374" cy="1933905"/>
          </a:xfrm>
          <a:noFill/>
        </p:spPr>
        <p:txBody>
          <a:bodyPr wrap="square" lIns="0" tIns="14400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err="1"/>
              <a:t>Telegrotesk</a:t>
            </a:r>
            <a:r>
              <a:rPr lang="en-US"/>
              <a:t> next Ultra </a:t>
            </a:r>
            <a:br>
              <a:rPr lang="en-US"/>
            </a:br>
            <a:r>
              <a:rPr lang="en-US"/>
              <a:t>(60) 75 90 PT</a:t>
            </a:r>
          </a:p>
        </p:txBody>
      </p:sp>
      <p:grpSp>
        <p:nvGrpSpPr>
          <p:cNvPr id="7" name="Gruppieren 6"/>
          <p:cNvGrpSpPr/>
          <p:nvPr userDrawn="1"/>
        </p:nvGrpSpPr>
        <p:grpSpPr bwMode="black">
          <a:xfrm>
            <a:off x="323850" y="5511800"/>
            <a:ext cx="1314450" cy="649288"/>
            <a:chOff x="323850" y="5511800"/>
            <a:chExt cx="1314450" cy="649288"/>
          </a:xfrm>
        </p:grpSpPr>
        <p:sp>
          <p:nvSpPr>
            <p:cNvPr id="9" name="Freeform 5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1" name="Freeform 7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3" name="Freeform 9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31FF818F-5B37-4549-AE79-8D785FF7B2BA}"/>
              </a:ext>
            </a:extLst>
          </p:cNvPr>
          <p:cNvSpPr txBox="1"/>
          <p:nvPr userDrawn="1"/>
        </p:nvSpPr>
        <p:spPr bwMode="gray">
          <a:xfrm>
            <a:off x="3397718" y="1116531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>
              <a:buNone/>
            </a:pPr>
            <a:endParaRPr lang="en-US" sz="1800"/>
          </a:p>
        </p:txBody>
      </p:sp>
      <p:grpSp>
        <p:nvGrpSpPr>
          <p:cNvPr id="63" name="Gruppieren 62"/>
          <p:cNvGrpSpPr/>
          <p:nvPr userDrawn="1"/>
        </p:nvGrpSpPr>
        <p:grpSpPr bwMode="black">
          <a:xfrm>
            <a:off x="8974137" y="5788025"/>
            <a:ext cx="2224088" cy="171450"/>
            <a:chOff x="3213101" y="5788025"/>
            <a:chExt cx="2224088" cy="171450"/>
          </a:xfrm>
        </p:grpSpPr>
        <p:sp>
          <p:nvSpPr>
            <p:cNvPr id="64" name="Freeform 55"/>
            <p:cNvSpPr>
              <a:spLocks/>
            </p:cNvSpPr>
            <p:nvPr userDrawn="1"/>
          </p:nvSpPr>
          <p:spPr bwMode="black">
            <a:xfrm>
              <a:off x="3213101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5" name="Freeform 56"/>
            <p:cNvSpPr>
              <a:spLocks/>
            </p:cNvSpPr>
            <p:nvPr userDrawn="1"/>
          </p:nvSpPr>
          <p:spPr bwMode="black">
            <a:xfrm>
              <a:off x="3333751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6" name="Freeform 57"/>
            <p:cNvSpPr>
              <a:spLocks/>
            </p:cNvSpPr>
            <p:nvPr userDrawn="1"/>
          </p:nvSpPr>
          <p:spPr bwMode="black">
            <a:xfrm>
              <a:off x="3400426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7" name="Freeform 58"/>
            <p:cNvSpPr>
              <a:spLocks/>
            </p:cNvSpPr>
            <p:nvPr userDrawn="1"/>
          </p:nvSpPr>
          <p:spPr bwMode="black">
            <a:xfrm>
              <a:off x="3519488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8" name="Freeform 59"/>
            <p:cNvSpPr>
              <a:spLocks/>
            </p:cNvSpPr>
            <p:nvPr userDrawn="1"/>
          </p:nvSpPr>
          <p:spPr bwMode="black">
            <a:xfrm>
              <a:off x="371157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9" name="Freeform 60"/>
            <p:cNvSpPr>
              <a:spLocks/>
            </p:cNvSpPr>
            <p:nvPr userDrawn="1"/>
          </p:nvSpPr>
          <p:spPr bwMode="black">
            <a:xfrm>
              <a:off x="37719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0" name="Freeform 61"/>
            <p:cNvSpPr>
              <a:spLocks/>
            </p:cNvSpPr>
            <p:nvPr userDrawn="1"/>
          </p:nvSpPr>
          <p:spPr bwMode="black">
            <a:xfrm>
              <a:off x="3968751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1" name="Freeform 62"/>
            <p:cNvSpPr>
              <a:spLocks noEditPoints="1"/>
            </p:cNvSpPr>
            <p:nvPr userDrawn="1"/>
          </p:nvSpPr>
          <p:spPr bwMode="black">
            <a:xfrm>
              <a:off x="4081463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2" name="Freeform 63"/>
            <p:cNvSpPr>
              <a:spLocks noEditPoints="1"/>
            </p:cNvSpPr>
            <p:nvPr userDrawn="1"/>
          </p:nvSpPr>
          <p:spPr bwMode="black">
            <a:xfrm>
              <a:off x="4244976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3" name="Freeform 64"/>
            <p:cNvSpPr>
              <a:spLocks/>
            </p:cNvSpPr>
            <p:nvPr userDrawn="1"/>
          </p:nvSpPr>
          <p:spPr bwMode="black">
            <a:xfrm>
              <a:off x="44450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4" name="Freeform 65"/>
            <p:cNvSpPr>
              <a:spLocks/>
            </p:cNvSpPr>
            <p:nvPr userDrawn="1"/>
          </p:nvSpPr>
          <p:spPr bwMode="black">
            <a:xfrm>
              <a:off x="4583113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5" name="Freeform 66"/>
            <p:cNvSpPr>
              <a:spLocks noEditPoints="1"/>
            </p:cNvSpPr>
            <p:nvPr userDrawn="1"/>
          </p:nvSpPr>
          <p:spPr bwMode="black">
            <a:xfrm>
              <a:off x="4722813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6" name="Freeform 67"/>
            <p:cNvSpPr>
              <a:spLocks noEditPoints="1"/>
            </p:cNvSpPr>
            <p:nvPr userDrawn="1"/>
          </p:nvSpPr>
          <p:spPr bwMode="black">
            <a:xfrm>
              <a:off x="4879976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7" name="Freeform 68"/>
            <p:cNvSpPr>
              <a:spLocks/>
            </p:cNvSpPr>
            <p:nvPr userDrawn="1"/>
          </p:nvSpPr>
          <p:spPr bwMode="black">
            <a:xfrm>
              <a:off x="502602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8" name="Freeform 69"/>
            <p:cNvSpPr>
              <a:spLocks/>
            </p:cNvSpPr>
            <p:nvPr userDrawn="1"/>
          </p:nvSpPr>
          <p:spPr bwMode="black">
            <a:xfrm>
              <a:off x="5092701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9" name="Freeform 70"/>
            <p:cNvSpPr>
              <a:spLocks/>
            </p:cNvSpPr>
            <p:nvPr userDrawn="1"/>
          </p:nvSpPr>
          <p:spPr bwMode="black">
            <a:xfrm>
              <a:off x="5237163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80" name="Freeform 71"/>
            <p:cNvSpPr>
              <a:spLocks/>
            </p:cNvSpPr>
            <p:nvPr userDrawn="1"/>
          </p:nvSpPr>
          <p:spPr bwMode="black">
            <a:xfrm>
              <a:off x="5400676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88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lide vertical left">
    <p:bg bwMode="lt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5" name="Objek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/>
          <p:cNvSpPr/>
          <p:nvPr userDrawn="1"/>
        </p:nvSpPr>
        <p:spPr bwMode="white">
          <a:xfrm>
            <a:off x="0" y="0"/>
            <a:ext cx="5761038" cy="6480175"/>
          </a:xfrm>
          <a:prstGeom prst="rect">
            <a:avLst/>
          </a:prstGeom>
          <a:solidFill>
            <a:schemeClr val="tx2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indent="3175" algn="ctr" defTabSz="457293" eaLnBrk="1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</a:pPr>
            <a:endParaRPr lang="en-US" sz="1800">
              <a:cs typeface="TeleGrotesk Next" pitchFamily="2" charset="0"/>
            </a:endParaRPr>
          </a:p>
        </p:txBody>
      </p:sp>
      <p:sp>
        <p:nvSpPr>
          <p:cNvPr id="6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323851"/>
            <a:ext cx="5113337" cy="2465070"/>
          </a:xfrm>
          <a:noFill/>
        </p:spPr>
        <p:txBody>
          <a:bodyPr wrap="square" lIns="0" tIns="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/>
              <a:t>next Ultra</a:t>
            </a:r>
            <a:br>
              <a:rPr lang="en-US"/>
            </a:br>
            <a:r>
              <a:rPr lang="en-US"/>
              <a:t>(60) 75 90 PT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23850" y="3240088"/>
            <a:ext cx="5113338" cy="10080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chemeClr val="bg1"/>
                </a:solidFill>
              </a:defRPr>
            </a:lvl1pPr>
            <a:lvl2pPr>
              <a:defRPr lang="de-DE" smtClean="0">
                <a:solidFill>
                  <a:schemeClr val="bg1"/>
                </a:solidFill>
              </a:defRPr>
            </a:lvl2pPr>
            <a:lvl3pPr>
              <a:defRPr lang="de-DE" smtClean="0">
                <a:solidFill>
                  <a:schemeClr val="bg1"/>
                </a:solidFill>
              </a:defRPr>
            </a:lvl3pPr>
            <a:lvl4pPr>
              <a:defRPr lang="de-DE" smtClean="0">
                <a:solidFill>
                  <a:schemeClr val="bg1"/>
                </a:solidFill>
              </a:defRPr>
            </a:lvl4pPr>
            <a:lvl5pPr>
              <a:defRPr lang="de-DE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 </a:t>
            </a:r>
            <a:r>
              <a:rPr lang="en-US" err="1"/>
              <a:t>TeleGrotesk</a:t>
            </a:r>
            <a:r>
              <a:rPr lang="en-US"/>
              <a:t> Next bold18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36" name="Gruppieren 35"/>
          <p:cNvGrpSpPr/>
          <p:nvPr userDrawn="1"/>
        </p:nvGrpSpPr>
        <p:grpSpPr bwMode="black">
          <a:xfrm>
            <a:off x="323850" y="5511800"/>
            <a:ext cx="1314450" cy="649288"/>
            <a:chOff x="323850" y="5511800"/>
            <a:chExt cx="1314450" cy="649288"/>
          </a:xfrm>
        </p:grpSpPr>
        <p:sp>
          <p:nvSpPr>
            <p:cNvPr id="8" name="Freeform 26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9" name="Freeform 27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0" name="Freeform 28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1" name="Freeform 29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2" name="Freeform 30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34" name="Gruppieren 33"/>
          <p:cNvGrpSpPr/>
          <p:nvPr userDrawn="1"/>
        </p:nvGrpSpPr>
        <p:grpSpPr bwMode="black">
          <a:xfrm>
            <a:off x="3213101" y="5788025"/>
            <a:ext cx="2224088" cy="171450"/>
            <a:chOff x="3213101" y="5788025"/>
            <a:chExt cx="2224088" cy="171450"/>
          </a:xfrm>
        </p:grpSpPr>
        <p:sp>
          <p:nvSpPr>
            <p:cNvPr id="35" name="Freeform 55"/>
            <p:cNvSpPr>
              <a:spLocks/>
            </p:cNvSpPr>
            <p:nvPr userDrawn="1"/>
          </p:nvSpPr>
          <p:spPr bwMode="black">
            <a:xfrm>
              <a:off x="3213101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7" name="Freeform 56"/>
            <p:cNvSpPr>
              <a:spLocks/>
            </p:cNvSpPr>
            <p:nvPr userDrawn="1"/>
          </p:nvSpPr>
          <p:spPr bwMode="black">
            <a:xfrm>
              <a:off x="3333751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8" name="Freeform 57"/>
            <p:cNvSpPr>
              <a:spLocks/>
            </p:cNvSpPr>
            <p:nvPr userDrawn="1"/>
          </p:nvSpPr>
          <p:spPr bwMode="black">
            <a:xfrm>
              <a:off x="3400426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9" name="Freeform 58"/>
            <p:cNvSpPr>
              <a:spLocks/>
            </p:cNvSpPr>
            <p:nvPr userDrawn="1"/>
          </p:nvSpPr>
          <p:spPr bwMode="black">
            <a:xfrm>
              <a:off x="3519488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0" name="Freeform 59"/>
            <p:cNvSpPr>
              <a:spLocks/>
            </p:cNvSpPr>
            <p:nvPr userDrawn="1"/>
          </p:nvSpPr>
          <p:spPr bwMode="black">
            <a:xfrm>
              <a:off x="371157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1" name="Freeform 60"/>
            <p:cNvSpPr>
              <a:spLocks/>
            </p:cNvSpPr>
            <p:nvPr userDrawn="1"/>
          </p:nvSpPr>
          <p:spPr bwMode="black">
            <a:xfrm>
              <a:off x="37719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2" name="Freeform 61"/>
            <p:cNvSpPr>
              <a:spLocks/>
            </p:cNvSpPr>
            <p:nvPr userDrawn="1"/>
          </p:nvSpPr>
          <p:spPr bwMode="black">
            <a:xfrm>
              <a:off x="3968751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3" name="Freeform 62"/>
            <p:cNvSpPr>
              <a:spLocks noEditPoints="1"/>
            </p:cNvSpPr>
            <p:nvPr userDrawn="1"/>
          </p:nvSpPr>
          <p:spPr bwMode="black">
            <a:xfrm>
              <a:off x="4081463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6" name="Freeform 63"/>
            <p:cNvSpPr>
              <a:spLocks noEditPoints="1"/>
            </p:cNvSpPr>
            <p:nvPr userDrawn="1"/>
          </p:nvSpPr>
          <p:spPr bwMode="black">
            <a:xfrm>
              <a:off x="4244976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7" name="Freeform 64"/>
            <p:cNvSpPr>
              <a:spLocks/>
            </p:cNvSpPr>
            <p:nvPr userDrawn="1"/>
          </p:nvSpPr>
          <p:spPr bwMode="black">
            <a:xfrm>
              <a:off x="44450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8" name="Freeform 65"/>
            <p:cNvSpPr>
              <a:spLocks/>
            </p:cNvSpPr>
            <p:nvPr userDrawn="1"/>
          </p:nvSpPr>
          <p:spPr bwMode="black">
            <a:xfrm>
              <a:off x="4583113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9" name="Freeform 66"/>
            <p:cNvSpPr>
              <a:spLocks noEditPoints="1"/>
            </p:cNvSpPr>
            <p:nvPr userDrawn="1"/>
          </p:nvSpPr>
          <p:spPr bwMode="black">
            <a:xfrm>
              <a:off x="4722813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0" name="Freeform 67"/>
            <p:cNvSpPr>
              <a:spLocks noEditPoints="1"/>
            </p:cNvSpPr>
            <p:nvPr userDrawn="1"/>
          </p:nvSpPr>
          <p:spPr bwMode="black">
            <a:xfrm>
              <a:off x="4879976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1" name="Freeform 68"/>
            <p:cNvSpPr>
              <a:spLocks/>
            </p:cNvSpPr>
            <p:nvPr userDrawn="1"/>
          </p:nvSpPr>
          <p:spPr bwMode="black">
            <a:xfrm>
              <a:off x="502602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2" name="Freeform 69"/>
            <p:cNvSpPr>
              <a:spLocks/>
            </p:cNvSpPr>
            <p:nvPr userDrawn="1"/>
          </p:nvSpPr>
          <p:spPr bwMode="black">
            <a:xfrm>
              <a:off x="5092701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3" name="Freeform 70"/>
            <p:cNvSpPr>
              <a:spLocks/>
            </p:cNvSpPr>
            <p:nvPr userDrawn="1"/>
          </p:nvSpPr>
          <p:spPr bwMode="black">
            <a:xfrm>
              <a:off x="5237163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4" name="Freeform 71"/>
            <p:cNvSpPr>
              <a:spLocks/>
            </p:cNvSpPr>
            <p:nvPr userDrawn="1"/>
          </p:nvSpPr>
          <p:spPr bwMode="black">
            <a:xfrm>
              <a:off x="5400676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111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right">
    <p:bg bwMode="lt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2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/>
          <p:cNvSpPr/>
          <p:nvPr userDrawn="1"/>
        </p:nvSpPr>
        <p:spPr bwMode="white">
          <a:xfrm>
            <a:off x="5762624" y="0"/>
            <a:ext cx="5761038" cy="6480175"/>
          </a:xfrm>
          <a:prstGeom prst="rect">
            <a:avLst/>
          </a:prstGeom>
          <a:solidFill>
            <a:schemeClr val="tx2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indent="3175" algn="ctr" defTabSz="457293" eaLnBrk="1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</a:pPr>
            <a:endParaRPr lang="en-US" sz="1800">
              <a:cs typeface="TeleGrotesk Next" pitchFamily="2" charset="0"/>
            </a:endParaRPr>
          </a:p>
        </p:txBody>
      </p:sp>
      <p:sp>
        <p:nvSpPr>
          <p:cNvPr id="6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6086475" y="323850"/>
            <a:ext cx="5113337" cy="2492990"/>
          </a:xfrm>
          <a:noFill/>
        </p:spPr>
        <p:txBody>
          <a:bodyPr wrap="square" lIns="0" tIns="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/>
              <a:t>next Ultra </a:t>
            </a:r>
            <a:br>
              <a:rPr lang="en-US"/>
            </a:br>
            <a:r>
              <a:rPr lang="en-US"/>
              <a:t>(60) 75 90 PT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6086474" y="3240088"/>
            <a:ext cx="5113338" cy="10080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chemeClr val="bg1"/>
                </a:solidFill>
              </a:defRPr>
            </a:lvl1pPr>
            <a:lvl2pPr>
              <a:defRPr lang="de-DE" smtClean="0">
                <a:solidFill>
                  <a:schemeClr val="bg1"/>
                </a:solidFill>
              </a:defRPr>
            </a:lvl2pPr>
            <a:lvl3pPr>
              <a:defRPr lang="de-DE" smtClean="0">
                <a:solidFill>
                  <a:schemeClr val="bg1"/>
                </a:solidFill>
              </a:defRPr>
            </a:lvl3pPr>
            <a:lvl4pPr>
              <a:defRPr lang="de-DE" smtClean="0">
                <a:solidFill>
                  <a:schemeClr val="bg1"/>
                </a:solidFill>
              </a:defRPr>
            </a:lvl4pPr>
            <a:lvl5pPr>
              <a:defRPr lang="de-DE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 </a:t>
            </a:r>
            <a:r>
              <a:rPr lang="en-US" err="1"/>
              <a:t>TeleGrotesk</a:t>
            </a:r>
            <a:r>
              <a:rPr lang="en-US"/>
              <a:t> Next bold 18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38" name="Gruppieren 37"/>
          <p:cNvGrpSpPr/>
          <p:nvPr userDrawn="1"/>
        </p:nvGrpSpPr>
        <p:grpSpPr bwMode="black">
          <a:xfrm>
            <a:off x="6086475" y="5511800"/>
            <a:ext cx="1314450" cy="649288"/>
            <a:chOff x="323850" y="5511800"/>
            <a:chExt cx="1314450" cy="649288"/>
          </a:xfrm>
        </p:grpSpPr>
        <p:sp>
          <p:nvSpPr>
            <p:cNvPr id="39" name="Freeform 26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0" name="Freeform 27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1" name="Freeform 28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2" name="Freeform 29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3" name="Freeform 30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34" name="Gruppieren 33"/>
          <p:cNvGrpSpPr/>
          <p:nvPr userDrawn="1"/>
        </p:nvGrpSpPr>
        <p:grpSpPr bwMode="black">
          <a:xfrm>
            <a:off x="8974137" y="5788025"/>
            <a:ext cx="2224088" cy="171450"/>
            <a:chOff x="3213101" y="5788025"/>
            <a:chExt cx="2224088" cy="171450"/>
          </a:xfrm>
        </p:grpSpPr>
        <p:sp>
          <p:nvSpPr>
            <p:cNvPr id="35" name="Freeform 55"/>
            <p:cNvSpPr>
              <a:spLocks/>
            </p:cNvSpPr>
            <p:nvPr userDrawn="1"/>
          </p:nvSpPr>
          <p:spPr bwMode="black">
            <a:xfrm>
              <a:off x="3213101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6" name="Freeform 56"/>
            <p:cNvSpPr>
              <a:spLocks/>
            </p:cNvSpPr>
            <p:nvPr userDrawn="1"/>
          </p:nvSpPr>
          <p:spPr bwMode="black">
            <a:xfrm>
              <a:off x="3333751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7" name="Freeform 57"/>
            <p:cNvSpPr>
              <a:spLocks/>
            </p:cNvSpPr>
            <p:nvPr userDrawn="1"/>
          </p:nvSpPr>
          <p:spPr bwMode="black">
            <a:xfrm>
              <a:off x="3400426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6" name="Freeform 58"/>
            <p:cNvSpPr>
              <a:spLocks/>
            </p:cNvSpPr>
            <p:nvPr userDrawn="1"/>
          </p:nvSpPr>
          <p:spPr bwMode="black">
            <a:xfrm>
              <a:off x="3519488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7" name="Freeform 59"/>
            <p:cNvSpPr>
              <a:spLocks/>
            </p:cNvSpPr>
            <p:nvPr userDrawn="1"/>
          </p:nvSpPr>
          <p:spPr bwMode="black">
            <a:xfrm>
              <a:off x="371157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8" name="Freeform 60"/>
            <p:cNvSpPr>
              <a:spLocks/>
            </p:cNvSpPr>
            <p:nvPr userDrawn="1"/>
          </p:nvSpPr>
          <p:spPr bwMode="black">
            <a:xfrm>
              <a:off x="37719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9" name="Freeform 61"/>
            <p:cNvSpPr>
              <a:spLocks/>
            </p:cNvSpPr>
            <p:nvPr userDrawn="1"/>
          </p:nvSpPr>
          <p:spPr bwMode="black">
            <a:xfrm>
              <a:off x="3968751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0" name="Freeform 62"/>
            <p:cNvSpPr>
              <a:spLocks noEditPoints="1"/>
            </p:cNvSpPr>
            <p:nvPr userDrawn="1"/>
          </p:nvSpPr>
          <p:spPr bwMode="black">
            <a:xfrm>
              <a:off x="4081463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1" name="Freeform 63"/>
            <p:cNvSpPr>
              <a:spLocks noEditPoints="1"/>
            </p:cNvSpPr>
            <p:nvPr userDrawn="1"/>
          </p:nvSpPr>
          <p:spPr bwMode="black">
            <a:xfrm>
              <a:off x="4244976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2" name="Freeform 64"/>
            <p:cNvSpPr>
              <a:spLocks/>
            </p:cNvSpPr>
            <p:nvPr userDrawn="1"/>
          </p:nvSpPr>
          <p:spPr bwMode="black">
            <a:xfrm>
              <a:off x="44450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3" name="Freeform 65"/>
            <p:cNvSpPr>
              <a:spLocks/>
            </p:cNvSpPr>
            <p:nvPr userDrawn="1"/>
          </p:nvSpPr>
          <p:spPr bwMode="black">
            <a:xfrm>
              <a:off x="4583113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4" name="Freeform 66"/>
            <p:cNvSpPr>
              <a:spLocks noEditPoints="1"/>
            </p:cNvSpPr>
            <p:nvPr userDrawn="1"/>
          </p:nvSpPr>
          <p:spPr bwMode="black">
            <a:xfrm>
              <a:off x="4722813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5" name="Freeform 67"/>
            <p:cNvSpPr>
              <a:spLocks noEditPoints="1"/>
            </p:cNvSpPr>
            <p:nvPr userDrawn="1"/>
          </p:nvSpPr>
          <p:spPr bwMode="black">
            <a:xfrm>
              <a:off x="4879976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6" name="Freeform 68"/>
            <p:cNvSpPr>
              <a:spLocks/>
            </p:cNvSpPr>
            <p:nvPr userDrawn="1"/>
          </p:nvSpPr>
          <p:spPr bwMode="black">
            <a:xfrm>
              <a:off x="502602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7" name="Freeform 69"/>
            <p:cNvSpPr>
              <a:spLocks/>
            </p:cNvSpPr>
            <p:nvPr userDrawn="1"/>
          </p:nvSpPr>
          <p:spPr bwMode="black">
            <a:xfrm>
              <a:off x="5092701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8" name="Freeform 70"/>
            <p:cNvSpPr>
              <a:spLocks/>
            </p:cNvSpPr>
            <p:nvPr userDrawn="1"/>
          </p:nvSpPr>
          <p:spPr bwMode="black">
            <a:xfrm>
              <a:off x="5237163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9" name="Freeform 71"/>
            <p:cNvSpPr>
              <a:spLocks/>
            </p:cNvSpPr>
            <p:nvPr userDrawn="1"/>
          </p:nvSpPr>
          <p:spPr bwMode="black">
            <a:xfrm>
              <a:off x="5400676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229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transparent">
    <p:bg bwMode="lt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8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3240087"/>
            <a:ext cx="10874374" cy="1944688"/>
          </a:xfrm>
          <a:noFill/>
        </p:spPr>
        <p:txBody>
          <a:bodyPr wrap="square" lIns="0" tIns="14400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 err="1"/>
              <a:t>Telegrotesk</a:t>
            </a:r>
            <a:r>
              <a:rPr lang="en-US"/>
              <a:t> next Ultra </a:t>
            </a:r>
            <a:br>
              <a:rPr lang="en-US"/>
            </a:br>
            <a:r>
              <a:rPr lang="en-US"/>
              <a:t>(60) 75 90 PT</a:t>
            </a:r>
          </a:p>
        </p:txBody>
      </p:sp>
      <p:grpSp>
        <p:nvGrpSpPr>
          <p:cNvPr id="5" name="Gruppieren 4"/>
          <p:cNvGrpSpPr/>
          <p:nvPr userDrawn="1"/>
        </p:nvGrpSpPr>
        <p:grpSpPr bwMode="black">
          <a:xfrm>
            <a:off x="323850" y="5511800"/>
            <a:ext cx="1314450" cy="649288"/>
            <a:chOff x="323850" y="5511800"/>
            <a:chExt cx="1314450" cy="649288"/>
          </a:xfrm>
        </p:grpSpPr>
        <p:sp>
          <p:nvSpPr>
            <p:cNvPr id="6" name="Freeform 5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35" name="Gruppieren 34"/>
          <p:cNvGrpSpPr/>
          <p:nvPr userDrawn="1"/>
        </p:nvGrpSpPr>
        <p:grpSpPr bwMode="black">
          <a:xfrm>
            <a:off x="8974138" y="5788025"/>
            <a:ext cx="2224088" cy="171450"/>
            <a:chOff x="8974138" y="5788025"/>
            <a:chExt cx="2224088" cy="171450"/>
          </a:xfrm>
        </p:grpSpPr>
        <p:sp>
          <p:nvSpPr>
            <p:cNvPr id="36" name="Freeform 39"/>
            <p:cNvSpPr>
              <a:spLocks/>
            </p:cNvSpPr>
            <p:nvPr userDrawn="1"/>
          </p:nvSpPr>
          <p:spPr bwMode="black">
            <a:xfrm>
              <a:off x="8974138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7" name="Freeform 40"/>
            <p:cNvSpPr>
              <a:spLocks/>
            </p:cNvSpPr>
            <p:nvPr userDrawn="1"/>
          </p:nvSpPr>
          <p:spPr bwMode="black">
            <a:xfrm>
              <a:off x="9094788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8" name="Freeform 41"/>
            <p:cNvSpPr>
              <a:spLocks/>
            </p:cNvSpPr>
            <p:nvPr userDrawn="1"/>
          </p:nvSpPr>
          <p:spPr bwMode="black">
            <a:xfrm>
              <a:off x="9161463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9" name="Freeform 42"/>
            <p:cNvSpPr>
              <a:spLocks/>
            </p:cNvSpPr>
            <p:nvPr userDrawn="1"/>
          </p:nvSpPr>
          <p:spPr bwMode="black">
            <a:xfrm>
              <a:off x="9280525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0" name="Freeform 43"/>
            <p:cNvSpPr>
              <a:spLocks/>
            </p:cNvSpPr>
            <p:nvPr userDrawn="1"/>
          </p:nvSpPr>
          <p:spPr bwMode="black">
            <a:xfrm>
              <a:off x="9472613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1" name="Freeform 44"/>
            <p:cNvSpPr>
              <a:spLocks/>
            </p:cNvSpPr>
            <p:nvPr userDrawn="1"/>
          </p:nvSpPr>
          <p:spPr bwMode="black">
            <a:xfrm>
              <a:off x="9532938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2" name="Freeform 45"/>
            <p:cNvSpPr>
              <a:spLocks/>
            </p:cNvSpPr>
            <p:nvPr userDrawn="1"/>
          </p:nvSpPr>
          <p:spPr bwMode="black">
            <a:xfrm>
              <a:off x="9729788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3" name="Freeform 46"/>
            <p:cNvSpPr>
              <a:spLocks noEditPoints="1"/>
            </p:cNvSpPr>
            <p:nvPr userDrawn="1"/>
          </p:nvSpPr>
          <p:spPr bwMode="black">
            <a:xfrm>
              <a:off x="9842500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4" name="Freeform 47"/>
            <p:cNvSpPr>
              <a:spLocks noEditPoints="1"/>
            </p:cNvSpPr>
            <p:nvPr userDrawn="1"/>
          </p:nvSpPr>
          <p:spPr bwMode="black">
            <a:xfrm>
              <a:off x="10006013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" name="Freeform 48"/>
            <p:cNvSpPr>
              <a:spLocks/>
            </p:cNvSpPr>
            <p:nvPr userDrawn="1"/>
          </p:nvSpPr>
          <p:spPr bwMode="black">
            <a:xfrm>
              <a:off x="10206038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6" name="Freeform 49"/>
            <p:cNvSpPr>
              <a:spLocks/>
            </p:cNvSpPr>
            <p:nvPr userDrawn="1"/>
          </p:nvSpPr>
          <p:spPr bwMode="black">
            <a:xfrm>
              <a:off x="10344150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7" name="Freeform 50"/>
            <p:cNvSpPr>
              <a:spLocks noEditPoints="1"/>
            </p:cNvSpPr>
            <p:nvPr userDrawn="1"/>
          </p:nvSpPr>
          <p:spPr bwMode="black">
            <a:xfrm>
              <a:off x="10483850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8" name="Freeform 51"/>
            <p:cNvSpPr>
              <a:spLocks noEditPoints="1"/>
            </p:cNvSpPr>
            <p:nvPr userDrawn="1"/>
          </p:nvSpPr>
          <p:spPr bwMode="black">
            <a:xfrm>
              <a:off x="10641013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9" name="Freeform 52"/>
            <p:cNvSpPr>
              <a:spLocks/>
            </p:cNvSpPr>
            <p:nvPr userDrawn="1"/>
          </p:nvSpPr>
          <p:spPr bwMode="black">
            <a:xfrm>
              <a:off x="10787063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0" name="Freeform 53"/>
            <p:cNvSpPr>
              <a:spLocks/>
            </p:cNvSpPr>
            <p:nvPr userDrawn="1"/>
          </p:nvSpPr>
          <p:spPr bwMode="black">
            <a:xfrm>
              <a:off x="10853738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1" name="Freeform 54"/>
            <p:cNvSpPr>
              <a:spLocks/>
            </p:cNvSpPr>
            <p:nvPr userDrawn="1"/>
          </p:nvSpPr>
          <p:spPr bwMode="black">
            <a:xfrm>
              <a:off x="10998200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2" name="Freeform 55"/>
            <p:cNvSpPr>
              <a:spLocks/>
            </p:cNvSpPr>
            <p:nvPr userDrawn="1"/>
          </p:nvSpPr>
          <p:spPr bwMode="black">
            <a:xfrm>
              <a:off x="11161713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048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left transparent">
    <p:bg bwMode="lt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4" name="Objek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323850"/>
            <a:ext cx="5113337" cy="2466000"/>
          </a:xfrm>
          <a:noFill/>
        </p:spPr>
        <p:txBody>
          <a:bodyPr wrap="square" lIns="0" tIns="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/>
              <a:t>next Ultra </a:t>
            </a:r>
            <a:br>
              <a:rPr lang="en-US"/>
            </a:br>
            <a:r>
              <a:rPr lang="en-US"/>
              <a:t>(60) 75 90 PT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23850" y="3240088"/>
            <a:ext cx="5113338" cy="10080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chemeClr val="bg1"/>
                </a:solidFill>
              </a:defRPr>
            </a:lvl1pPr>
            <a:lvl2pPr>
              <a:defRPr lang="de-DE" smtClean="0">
                <a:solidFill>
                  <a:schemeClr val="bg1"/>
                </a:solidFill>
              </a:defRPr>
            </a:lvl2pPr>
            <a:lvl3pPr>
              <a:defRPr lang="de-DE" smtClean="0">
                <a:solidFill>
                  <a:schemeClr val="bg1"/>
                </a:solidFill>
              </a:defRPr>
            </a:lvl3pPr>
            <a:lvl4pPr>
              <a:defRPr lang="de-DE" smtClean="0">
                <a:solidFill>
                  <a:schemeClr val="bg1"/>
                </a:solidFill>
              </a:defRPr>
            </a:lvl4pPr>
            <a:lvl5pPr>
              <a:defRPr lang="de-DE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 </a:t>
            </a:r>
            <a:r>
              <a:rPr lang="en-US" err="1"/>
              <a:t>TeleGrotesk</a:t>
            </a:r>
            <a:r>
              <a:rPr lang="en-US"/>
              <a:t> Next bold 18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7" name="Gruppieren 6"/>
          <p:cNvGrpSpPr/>
          <p:nvPr userDrawn="1"/>
        </p:nvGrpSpPr>
        <p:grpSpPr bwMode="black">
          <a:xfrm>
            <a:off x="323850" y="5511800"/>
            <a:ext cx="1314450" cy="649288"/>
            <a:chOff x="323850" y="5511800"/>
            <a:chExt cx="1314450" cy="649288"/>
          </a:xfrm>
        </p:grpSpPr>
        <p:sp>
          <p:nvSpPr>
            <p:cNvPr id="8" name="Freeform 26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9" name="Freeform 27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2" name="Freeform 28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3" name="Freeform 29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4" name="Freeform 30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37" name="Gruppieren 36"/>
          <p:cNvGrpSpPr/>
          <p:nvPr userDrawn="1"/>
        </p:nvGrpSpPr>
        <p:grpSpPr bwMode="black">
          <a:xfrm>
            <a:off x="3213101" y="5788025"/>
            <a:ext cx="2224088" cy="171450"/>
            <a:chOff x="3213101" y="5788025"/>
            <a:chExt cx="2224088" cy="171450"/>
          </a:xfrm>
        </p:grpSpPr>
        <p:sp>
          <p:nvSpPr>
            <p:cNvPr id="38" name="Freeform 55"/>
            <p:cNvSpPr>
              <a:spLocks/>
            </p:cNvSpPr>
            <p:nvPr userDrawn="1"/>
          </p:nvSpPr>
          <p:spPr bwMode="black">
            <a:xfrm>
              <a:off x="3213101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9" name="Freeform 56"/>
            <p:cNvSpPr>
              <a:spLocks/>
            </p:cNvSpPr>
            <p:nvPr userDrawn="1"/>
          </p:nvSpPr>
          <p:spPr bwMode="black">
            <a:xfrm>
              <a:off x="3333751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0" name="Freeform 57"/>
            <p:cNvSpPr>
              <a:spLocks/>
            </p:cNvSpPr>
            <p:nvPr userDrawn="1"/>
          </p:nvSpPr>
          <p:spPr bwMode="black">
            <a:xfrm>
              <a:off x="3400426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1" name="Freeform 58"/>
            <p:cNvSpPr>
              <a:spLocks/>
            </p:cNvSpPr>
            <p:nvPr userDrawn="1"/>
          </p:nvSpPr>
          <p:spPr bwMode="black">
            <a:xfrm>
              <a:off x="3519488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2" name="Freeform 59"/>
            <p:cNvSpPr>
              <a:spLocks/>
            </p:cNvSpPr>
            <p:nvPr userDrawn="1"/>
          </p:nvSpPr>
          <p:spPr bwMode="black">
            <a:xfrm>
              <a:off x="371157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3" name="Freeform 60"/>
            <p:cNvSpPr>
              <a:spLocks/>
            </p:cNvSpPr>
            <p:nvPr userDrawn="1"/>
          </p:nvSpPr>
          <p:spPr bwMode="black">
            <a:xfrm>
              <a:off x="37719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4" name="Freeform 61"/>
            <p:cNvSpPr>
              <a:spLocks/>
            </p:cNvSpPr>
            <p:nvPr userDrawn="1"/>
          </p:nvSpPr>
          <p:spPr bwMode="black">
            <a:xfrm>
              <a:off x="3968751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" name="Freeform 62"/>
            <p:cNvSpPr>
              <a:spLocks noEditPoints="1"/>
            </p:cNvSpPr>
            <p:nvPr userDrawn="1"/>
          </p:nvSpPr>
          <p:spPr bwMode="black">
            <a:xfrm>
              <a:off x="4081463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6" name="Freeform 63"/>
            <p:cNvSpPr>
              <a:spLocks noEditPoints="1"/>
            </p:cNvSpPr>
            <p:nvPr userDrawn="1"/>
          </p:nvSpPr>
          <p:spPr bwMode="black">
            <a:xfrm>
              <a:off x="4244976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7" name="Freeform 64"/>
            <p:cNvSpPr>
              <a:spLocks/>
            </p:cNvSpPr>
            <p:nvPr userDrawn="1"/>
          </p:nvSpPr>
          <p:spPr bwMode="black">
            <a:xfrm>
              <a:off x="44450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8" name="Freeform 65"/>
            <p:cNvSpPr>
              <a:spLocks/>
            </p:cNvSpPr>
            <p:nvPr userDrawn="1"/>
          </p:nvSpPr>
          <p:spPr bwMode="black">
            <a:xfrm>
              <a:off x="4583113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9" name="Freeform 66"/>
            <p:cNvSpPr>
              <a:spLocks noEditPoints="1"/>
            </p:cNvSpPr>
            <p:nvPr userDrawn="1"/>
          </p:nvSpPr>
          <p:spPr bwMode="black">
            <a:xfrm>
              <a:off x="4722813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0" name="Freeform 67"/>
            <p:cNvSpPr>
              <a:spLocks noEditPoints="1"/>
            </p:cNvSpPr>
            <p:nvPr userDrawn="1"/>
          </p:nvSpPr>
          <p:spPr bwMode="black">
            <a:xfrm>
              <a:off x="4879976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1" name="Freeform 68"/>
            <p:cNvSpPr>
              <a:spLocks/>
            </p:cNvSpPr>
            <p:nvPr userDrawn="1"/>
          </p:nvSpPr>
          <p:spPr bwMode="black">
            <a:xfrm>
              <a:off x="502602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2" name="Freeform 69"/>
            <p:cNvSpPr>
              <a:spLocks/>
            </p:cNvSpPr>
            <p:nvPr userDrawn="1"/>
          </p:nvSpPr>
          <p:spPr bwMode="black">
            <a:xfrm>
              <a:off x="5092701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3" name="Freeform 70"/>
            <p:cNvSpPr>
              <a:spLocks/>
            </p:cNvSpPr>
            <p:nvPr userDrawn="1"/>
          </p:nvSpPr>
          <p:spPr bwMode="black">
            <a:xfrm>
              <a:off x="5237163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4" name="Freeform 71"/>
            <p:cNvSpPr>
              <a:spLocks/>
            </p:cNvSpPr>
            <p:nvPr userDrawn="1"/>
          </p:nvSpPr>
          <p:spPr bwMode="black">
            <a:xfrm>
              <a:off x="5400676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597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right transparent">
    <p:bg bwMode="lt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6084889" y="323850"/>
            <a:ext cx="5113337" cy="2492990"/>
          </a:xfrm>
          <a:noFill/>
        </p:spPr>
        <p:txBody>
          <a:bodyPr wrap="square" lIns="0" tIns="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/>
              <a:t>next Ultra</a:t>
            </a:r>
            <a:br>
              <a:rPr lang="en-US"/>
            </a:br>
            <a:r>
              <a:rPr lang="en-US"/>
              <a:t>(60) 75 90 PT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6084888" y="3240088"/>
            <a:ext cx="5113338" cy="10080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chemeClr val="bg1"/>
                </a:solidFill>
              </a:defRPr>
            </a:lvl1pPr>
            <a:lvl2pPr>
              <a:defRPr lang="de-DE" smtClean="0">
                <a:solidFill>
                  <a:schemeClr val="bg1"/>
                </a:solidFill>
              </a:defRPr>
            </a:lvl2pPr>
            <a:lvl3pPr>
              <a:defRPr lang="de-DE" smtClean="0">
                <a:solidFill>
                  <a:schemeClr val="bg1"/>
                </a:solidFill>
              </a:defRPr>
            </a:lvl3pPr>
            <a:lvl4pPr>
              <a:defRPr lang="de-DE" smtClean="0">
                <a:solidFill>
                  <a:schemeClr val="bg1"/>
                </a:solidFill>
              </a:defRPr>
            </a:lvl4pPr>
            <a:lvl5pPr>
              <a:defRPr lang="de-DE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 </a:t>
            </a:r>
            <a:r>
              <a:rPr lang="en-US" err="1"/>
              <a:t>TeleGrotesk</a:t>
            </a:r>
            <a:r>
              <a:rPr lang="en-US"/>
              <a:t> Next bold 18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7" name="Gruppieren 6"/>
          <p:cNvGrpSpPr/>
          <p:nvPr userDrawn="1"/>
        </p:nvGrpSpPr>
        <p:grpSpPr bwMode="black">
          <a:xfrm>
            <a:off x="6086475" y="5511800"/>
            <a:ext cx="1314450" cy="649288"/>
            <a:chOff x="323850" y="5511800"/>
            <a:chExt cx="1314450" cy="649288"/>
          </a:xfrm>
        </p:grpSpPr>
        <p:sp>
          <p:nvSpPr>
            <p:cNvPr id="8" name="Freeform 26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1" name="Freeform 27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2" name="Freeform 28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3" name="Freeform 29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4" name="Freeform 30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37" name="Gruppieren 36"/>
          <p:cNvGrpSpPr/>
          <p:nvPr userDrawn="1"/>
        </p:nvGrpSpPr>
        <p:grpSpPr bwMode="black">
          <a:xfrm>
            <a:off x="8974137" y="5788025"/>
            <a:ext cx="2224088" cy="171450"/>
            <a:chOff x="3213101" y="5788025"/>
            <a:chExt cx="2224088" cy="171450"/>
          </a:xfrm>
        </p:grpSpPr>
        <p:sp>
          <p:nvSpPr>
            <p:cNvPr id="38" name="Freeform 55"/>
            <p:cNvSpPr>
              <a:spLocks/>
            </p:cNvSpPr>
            <p:nvPr userDrawn="1"/>
          </p:nvSpPr>
          <p:spPr bwMode="black">
            <a:xfrm>
              <a:off x="3213101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9" name="Freeform 56"/>
            <p:cNvSpPr>
              <a:spLocks/>
            </p:cNvSpPr>
            <p:nvPr userDrawn="1"/>
          </p:nvSpPr>
          <p:spPr bwMode="black">
            <a:xfrm>
              <a:off x="3333751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0" name="Freeform 57"/>
            <p:cNvSpPr>
              <a:spLocks/>
            </p:cNvSpPr>
            <p:nvPr userDrawn="1"/>
          </p:nvSpPr>
          <p:spPr bwMode="black">
            <a:xfrm>
              <a:off x="3400426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1" name="Freeform 58"/>
            <p:cNvSpPr>
              <a:spLocks/>
            </p:cNvSpPr>
            <p:nvPr userDrawn="1"/>
          </p:nvSpPr>
          <p:spPr bwMode="black">
            <a:xfrm>
              <a:off x="3519488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2" name="Freeform 59"/>
            <p:cNvSpPr>
              <a:spLocks/>
            </p:cNvSpPr>
            <p:nvPr userDrawn="1"/>
          </p:nvSpPr>
          <p:spPr bwMode="black">
            <a:xfrm>
              <a:off x="371157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3" name="Freeform 60"/>
            <p:cNvSpPr>
              <a:spLocks/>
            </p:cNvSpPr>
            <p:nvPr userDrawn="1"/>
          </p:nvSpPr>
          <p:spPr bwMode="black">
            <a:xfrm>
              <a:off x="37719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4" name="Freeform 61"/>
            <p:cNvSpPr>
              <a:spLocks/>
            </p:cNvSpPr>
            <p:nvPr userDrawn="1"/>
          </p:nvSpPr>
          <p:spPr bwMode="black">
            <a:xfrm>
              <a:off x="3968751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" name="Freeform 62"/>
            <p:cNvSpPr>
              <a:spLocks noEditPoints="1"/>
            </p:cNvSpPr>
            <p:nvPr userDrawn="1"/>
          </p:nvSpPr>
          <p:spPr bwMode="black">
            <a:xfrm>
              <a:off x="4081463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6" name="Freeform 63"/>
            <p:cNvSpPr>
              <a:spLocks noEditPoints="1"/>
            </p:cNvSpPr>
            <p:nvPr userDrawn="1"/>
          </p:nvSpPr>
          <p:spPr bwMode="black">
            <a:xfrm>
              <a:off x="4244976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7" name="Freeform 64"/>
            <p:cNvSpPr>
              <a:spLocks/>
            </p:cNvSpPr>
            <p:nvPr userDrawn="1"/>
          </p:nvSpPr>
          <p:spPr bwMode="black">
            <a:xfrm>
              <a:off x="44450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8" name="Freeform 65"/>
            <p:cNvSpPr>
              <a:spLocks/>
            </p:cNvSpPr>
            <p:nvPr userDrawn="1"/>
          </p:nvSpPr>
          <p:spPr bwMode="black">
            <a:xfrm>
              <a:off x="4583113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9" name="Freeform 66"/>
            <p:cNvSpPr>
              <a:spLocks noEditPoints="1"/>
            </p:cNvSpPr>
            <p:nvPr userDrawn="1"/>
          </p:nvSpPr>
          <p:spPr bwMode="black">
            <a:xfrm>
              <a:off x="4722813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0" name="Freeform 67"/>
            <p:cNvSpPr>
              <a:spLocks noEditPoints="1"/>
            </p:cNvSpPr>
            <p:nvPr userDrawn="1"/>
          </p:nvSpPr>
          <p:spPr bwMode="black">
            <a:xfrm>
              <a:off x="4879976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1" name="Freeform 68"/>
            <p:cNvSpPr>
              <a:spLocks/>
            </p:cNvSpPr>
            <p:nvPr userDrawn="1"/>
          </p:nvSpPr>
          <p:spPr bwMode="black">
            <a:xfrm>
              <a:off x="502602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2" name="Freeform 69"/>
            <p:cNvSpPr>
              <a:spLocks/>
            </p:cNvSpPr>
            <p:nvPr userDrawn="1"/>
          </p:nvSpPr>
          <p:spPr bwMode="black">
            <a:xfrm>
              <a:off x="5092701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3" name="Freeform 70"/>
            <p:cNvSpPr>
              <a:spLocks/>
            </p:cNvSpPr>
            <p:nvPr userDrawn="1"/>
          </p:nvSpPr>
          <p:spPr bwMode="black">
            <a:xfrm>
              <a:off x="5237163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4" name="Freeform 71"/>
            <p:cNvSpPr>
              <a:spLocks/>
            </p:cNvSpPr>
            <p:nvPr userDrawn="1"/>
          </p:nvSpPr>
          <p:spPr bwMode="black">
            <a:xfrm>
              <a:off x="5400676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91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ertical right transparent b/w">
    <p:bg bwMode="ltGray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6084889" y="323850"/>
            <a:ext cx="5113337" cy="2492990"/>
          </a:xfrm>
          <a:noFill/>
        </p:spPr>
        <p:txBody>
          <a:bodyPr wrap="square" lIns="0" tIns="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/>
              <a:t>next Ultra</a:t>
            </a:r>
            <a:br>
              <a:rPr lang="en-US"/>
            </a:br>
            <a:r>
              <a:rPr lang="en-US"/>
              <a:t>(60) 75 90 PT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6084888" y="3240088"/>
            <a:ext cx="5113338" cy="10080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chemeClr val="bg1"/>
                </a:solidFill>
              </a:defRPr>
            </a:lvl1pPr>
            <a:lvl2pPr>
              <a:defRPr lang="de-DE" smtClean="0">
                <a:solidFill>
                  <a:schemeClr val="bg1"/>
                </a:solidFill>
              </a:defRPr>
            </a:lvl2pPr>
            <a:lvl3pPr>
              <a:defRPr lang="de-DE" smtClean="0">
                <a:solidFill>
                  <a:schemeClr val="bg1"/>
                </a:solidFill>
              </a:defRPr>
            </a:lvl3pPr>
            <a:lvl4pPr>
              <a:defRPr lang="de-DE" smtClean="0">
                <a:solidFill>
                  <a:schemeClr val="bg1"/>
                </a:solidFill>
              </a:defRPr>
            </a:lvl4pPr>
            <a:lvl5pPr>
              <a:defRPr lang="de-DE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 </a:t>
            </a:r>
            <a:r>
              <a:rPr lang="en-US" err="1"/>
              <a:t>TeleGrotesk</a:t>
            </a:r>
            <a:r>
              <a:rPr lang="en-US"/>
              <a:t> Next bold 18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7" name="Gruppieren 6"/>
          <p:cNvGrpSpPr/>
          <p:nvPr userDrawn="1"/>
        </p:nvGrpSpPr>
        <p:grpSpPr bwMode="black">
          <a:xfrm>
            <a:off x="6086475" y="5511800"/>
            <a:ext cx="1314450" cy="649288"/>
            <a:chOff x="323850" y="5511800"/>
            <a:chExt cx="1314450" cy="649288"/>
          </a:xfrm>
        </p:grpSpPr>
        <p:sp>
          <p:nvSpPr>
            <p:cNvPr id="8" name="Freeform 26"/>
            <p:cNvSpPr>
              <a:spLocks/>
            </p:cNvSpPr>
            <p:nvPr userDrawn="1"/>
          </p:nvSpPr>
          <p:spPr bwMode="black">
            <a:xfrm>
              <a:off x="323850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42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1" name="Freeform 27"/>
            <p:cNvSpPr>
              <a:spLocks/>
            </p:cNvSpPr>
            <p:nvPr userDrawn="1"/>
          </p:nvSpPr>
          <p:spPr bwMode="black">
            <a:xfrm>
              <a:off x="723900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3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2" name="Freeform 28"/>
            <p:cNvSpPr>
              <a:spLocks/>
            </p:cNvSpPr>
            <p:nvPr userDrawn="1"/>
          </p:nvSpPr>
          <p:spPr bwMode="black">
            <a:xfrm>
              <a:off x="1116013" y="5808663"/>
              <a:ext cx="131763" cy="131763"/>
            </a:xfrm>
            <a:custGeom>
              <a:avLst/>
              <a:gdLst>
                <a:gd name="T0" fmla="*/ 0 w 83"/>
                <a:gd name="T1" fmla="*/ 83 h 83"/>
                <a:gd name="T2" fmla="*/ 0 w 83"/>
                <a:gd name="T3" fmla="*/ 0 h 83"/>
                <a:gd name="T4" fmla="*/ 39 w 83"/>
                <a:gd name="T5" fmla="*/ 0 h 83"/>
                <a:gd name="T6" fmla="*/ 83 w 83"/>
                <a:gd name="T7" fmla="*/ 0 h 83"/>
                <a:gd name="T8" fmla="*/ 83 w 83"/>
                <a:gd name="T9" fmla="*/ 83 h 83"/>
                <a:gd name="T10" fmla="*/ 0 w 83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3">
                  <a:moveTo>
                    <a:pt x="0" y="83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83" y="0"/>
                  </a:lnTo>
                  <a:lnTo>
                    <a:pt x="83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3" name="Freeform 29"/>
            <p:cNvSpPr>
              <a:spLocks/>
            </p:cNvSpPr>
            <p:nvPr userDrawn="1"/>
          </p:nvSpPr>
          <p:spPr bwMode="black">
            <a:xfrm>
              <a:off x="1508125" y="5808663"/>
              <a:ext cx="130175" cy="131763"/>
            </a:xfrm>
            <a:custGeom>
              <a:avLst/>
              <a:gdLst>
                <a:gd name="T0" fmla="*/ 0 w 82"/>
                <a:gd name="T1" fmla="*/ 83 h 83"/>
                <a:gd name="T2" fmla="*/ 0 w 82"/>
                <a:gd name="T3" fmla="*/ 0 h 83"/>
                <a:gd name="T4" fmla="*/ 44 w 82"/>
                <a:gd name="T5" fmla="*/ 0 h 83"/>
                <a:gd name="T6" fmla="*/ 82 w 82"/>
                <a:gd name="T7" fmla="*/ 0 h 83"/>
                <a:gd name="T8" fmla="*/ 82 w 82"/>
                <a:gd name="T9" fmla="*/ 83 h 83"/>
                <a:gd name="T10" fmla="*/ 0 w 82"/>
                <a:gd name="T11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3">
                  <a:moveTo>
                    <a:pt x="0" y="83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82" y="0"/>
                  </a:lnTo>
                  <a:lnTo>
                    <a:pt x="82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4" name="Freeform 30"/>
            <p:cNvSpPr>
              <a:spLocks/>
            </p:cNvSpPr>
            <p:nvPr userDrawn="1"/>
          </p:nvSpPr>
          <p:spPr bwMode="black">
            <a:xfrm>
              <a:off x="323850" y="5511800"/>
              <a:ext cx="530225" cy="649288"/>
            </a:xfrm>
            <a:custGeom>
              <a:avLst/>
              <a:gdLst>
                <a:gd name="T0" fmla="*/ 306 w 310"/>
                <a:gd name="T1" fmla="*/ 0 h 378"/>
                <a:gd name="T2" fmla="*/ 4 w 310"/>
                <a:gd name="T3" fmla="*/ 0 h 378"/>
                <a:gd name="T4" fmla="*/ 0 w 310"/>
                <a:gd name="T5" fmla="*/ 133 h 378"/>
                <a:gd name="T6" fmla="*/ 20 w 310"/>
                <a:gd name="T7" fmla="*/ 136 h 378"/>
                <a:gd name="T8" fmla="*/ 51 w 310"/>
                <a:gd name="T9" fmla="*/ 49 h 378"/>
                <a:gd name="T10" fmla="*/ 125 w 310"/>
                <a:gd name="T11" fmla="*/ 18 h 378"/>
                <a:gd name="T12" fmla="*/ 125 w 310"/>
                <a:gd name="T13" fmla="*/ 297 h 378"/>
                <a:gd name="T14" fmla="*/ 114 w 310"/>
                <a:gd name="T15" fmla="*/ 344 h 378"/>
                <a:gd name="T16" fmla="*/ 84 w 310"/>
                <a:gd name="T17" fmla="*/ 356 h 378"/>
                <a:gd name="T18" fmla="*/ 62 w 310"/>
                <a:gd name="T19" fmla="*/ 356 h 378"/>
                <a:gd name="T20" fmla="*/ 62 w 310"/>
                <a:gd name="T21" fmla="*/ 378 h 378"/>
                <a:gd name="T22" fmla="*/ 248 w 310"/>
                <a:gd name="T23" fmla="*/ 378 h 378"/>
                <a:gd name="T24" fmla="*/ 248 w 310"/>
                <a:gd name="T25" fmla="*/ 356 h 378"/>
                <a:gd name="T26" fmla="*/ 227 w 310"/>
                <a:gd name="T27" fmla="*/ 356 h 378"/>
                <a:gd name="T28" fmla="*/ 196 w 310"/>
                <a:gd name="T29" fmla="*/ 344 h 378"/>
                <a:gd name="T30" fmla="*/ 185 w 310"/>
                <a:gd name="T31" fmla="*/ 297 h 378"/>
                <a:gd name="T32" fmla="*/ 185 w 310"/>
                <a:gd name="T33" fmla="*/ 18 h 378"/>
                <a:gd name="T34" fmla="*/ 259 w 310"/>
                <a:gd name="T35" fmla="*/ 49 h 378"/>
                <a:gd name="T36" fmla="*/ 290 w 310"/>
                <a:gd name="T37" fmla="*/ 136 h 378"/>
                <a:gd name="T38" fmla="*/ 310 w 310"/>
                <a:gd name="T39" fmla="*/ 133 h 378"/>
                <a:gd name="T40" fmla="*/ 306 w 310"/>
                <a:gd name="T41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0" h="378">
                  <a:moveTo>
                    <a:pt x="30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24" y="97"/>
                    <a:pt x="34" y="68"/>
                    <a:pt x="51" y="49"/>
                  </a:cubicBezTo>
                  <a:cubicBezTo>
                    <a:pt x="69" y="29"/>
                    <a:pt x="93" y="19"/>
                    <a:pt x="125" y="18"/>
                  </a:cubicBezTo>
                  <a:cubicBezTo>
                    <a:pt x="125" y="297"/>
                    <a:pt x="125" y="297"/>
                    <a:pt x="125" y="297"/>
                  </a:cubicBezTo>
                  <a:cubicBezTo>
                    <a:pt x="125" y="321"/>
                    <a:pt x="122" y="337"/>
                    <a:pt x="114" y="344"/>
                  </a:cubicBezTo>
                  <a:cubicBezTo>
                    <a:pt x="108" y="350"/>
                    <a:pt x="98" y="354"/>
                    <a:pt x="84" y="356"/>
                  </a:cubicBezTo>
                  <a:cubicBezTo>
                    <a:pt x="79" y="356"/>
                    <a:pt x="72" y="356"/>
                    <a:pt x="62" y="356"/>
                  </a:cubicBezTo>
                  <a:cubicBezTo>
                    <a:pt x="62" y="378"/>
                    <a:pt x="62" y="378"/>
                    <a:pt x="62" y="378"/>
                  </a:cubicBezTo>
                  <a:cubicBezTo>
                    <a:pt x="248" y="378"/>
                    <a:pt x="248" y="378"/>
                    <a:pt x="248" y="378"/>
                  </a:cubicBezTo>
                  <a:cubicBezTo>
                    <a:pt x="248" y="356"/>
                    <a:pt x="248" y="356"/>
                    <a:pt x="248" y="356"/>
                  </a:cubicBezTo>
                  <a:cubicBezTo>
                    <a:pt x="238" y="356"/>
                    <a:pt x="231" y="356"/>
                    <a:pt x="227" y="356"/>
                  </a:cubicBezTo>
                  <a:cubicBezTo>
                    <a:pt x="212" y="354"/>
                    <a:pt x="202" y="350"/>
                    <a:pt x="196" y="344"/>
                  </a:cubicBezTo>
                  <a:cubicBezTo>
                    <a:pt x="189" y="337"/>
                    <a:pt x="185" y="321"/>
                    <a:pt x="185" y="297"/>
                  </a:cubicBezTo>
                  <a:cubicBezTo>
                    <a:pt x="185" y="18"/>
                    <a:pt x="185" y="18"/>
                    <a:pt x="185" y="18"/>
                  </a:cubicBezTo>
                  <a:cubicBezTo>
                    <a:pt x="217" y="19"/>
                    <a:pt x="241" y="29"/>
                    <a:pt x="259" y="49"/>
                  </a:cubicBezTo>
                  <a:cubicBezTo>
                    <a:pt x="276" y="68"/>
                    <a:pt x="286" y="97"/>
                    <a:pt x="290" y="136"/>
                  </a:cubicBezTo>
                  <a:cubicBezTo>
                    <a:pt x="310" y="133"/>
                    <a:pt x="310" y="133"/>
                    <a:pt x="310" y="133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37" name="Gruppieren 36"/>
          <p:cNvGrpSpPr/>
          <p:nvPr userDrawn="1"/>
        </p:nvGrpSpPr>
        <p:grpSpPr bwMode="black">
          <a:xfrm>
            <a:off x="8974137" y="5788025"/>
            <a:ext cx="2224088" cy="171450"/>
            <a:chOff x="3213101" y="5788025"/>
            <a:chExt cx="2224088" cy="171450"/>
          </a:xfrm>
        </p:grpSpPr>
        <p:sp>
          <p:nvSpPr>
            <p:cNvPr id="38" name="Freeform 55"/>
            <p:cNvSpPr>
              <a:spLocks/>
            </p:cNvSpPr>
            <p:nvPr userDrawn="1"/>
          </p:nvSpPr>
          <p:spPr bwMode="black">
            <a:xfrm>
              <a:off x="3213101" y="5791200"/>
              <a:ext cx="100013" cy="163513"/>
            </a:xfrm>
            <a:custGeom>
              <a:avLst/>
              <a:gdLst>
                <a:gd name="T0" fmla="*/ 0 w 63"/>
                <a:gd name="T1" fmla="*/ 103 h 103"/>
                <a:gd name="T2" fmla="*/ 0 w 63"/>
                <a:gd name="T3" fmla="*/ 0 h 103"/>
                <a:gd name="T4" fmla="*/ 22 w 63"/>
                <a:gd name="T5" fmla="*/ 0 h 103"/>
                <a:gd name="T6" fmla="*/ 22 w 63"/>
                <a:gd name="T7" fmla="*/ 84 h 103"/>
                <a:gd name="T8" fmla="*/ 63 w 63"/>
                <a:gd name="T9" fmla="*/ 84 h 103"/>
                <a:gd name="T10" fmla="*/ 63 w 63"/>
                <a:gd name="T11" fmla="*/ 103 h 103"/>
                <a:gd name="T12" fmla="*/ 0 w 6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84"/>
                  </a:lnTo>
                  <a:lnTo>
                    <a:pt x="63" y="84"/>
                  </a:lnTo>
                  <a:lnTo>
                    <a:pt x="63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9" name="Freeform 56"/>
            <p:cNvSpPr>
              <a:spLocks/>
            </p:cNvSpPr>
            <p:nvPr userDrawn="1"/>
          </p:nvSpPr>
          <p:spPr bwMode="black">
            <a:xfrm>
              <a:off x="3333751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0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0" name="Freeform 57"/>
            <p:cNvSpPr>
              <a:spLocks/>
            </p:cNvSpPr>
            <p:nvPr userDrawn="1"/>
          </p:nvSpPr>
          <p:spPr bwMode="black">
            <a:xfrm>
              <a:off x="3400426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1" name="Freeform 58"/>
            <p:cNvSpPr>
              <a:spLocks/>
            </p:cNvSpPr>
            <p:nvPr userDrawn="1"/>
          </p:nvSpPr>
          <p:spPr bwMode="black">
            <a:xfrm>
              <a:off x="3519488" y="5791200"/>
              <a:ext cx="106363" cy="163513"/>
            </a:xfrm>
            <a:custGeom>
              <a:avLst/>
              <a:gdLst>
                <a:gd name="T0" fmla="*/ 0 w 67"/>
                <a:gd name="T1" fmla="*/ 103 h 103"/>
                <a:gd name="T2" fmla="*/ 0 w 67"/>
                <a:gd name="T3" fmla="*/ 0 h 103"/>
                <a:gd name="T4" fmla="*/ 66 w 67"/>
                <a:gd name="T5" fmla="*/ 0 h 103"/>
                <a:gd name="T6" fmla="*/ 66 w 67"/>
                <a:gd name="T7" fmla="*/ 19 h 103"/>
                <a:gd name="T8" fmla="*/ 22 w 67"/>
                <a:gd name="T9" fmla="*/ 19 h 103"/>
                <a:gd name="T10" fmla="*/ 22 w 67"/>
                <a:gd name="T11" fmla="*/ 41 h 103"/>
                <a:gd name="T12" fmla="*/ 62 w 67"/>
                <a:gd name="T13" fmla="*/ 41 h 103"/>
                <a:gd name="T14" fmla="*/ 62 w 67"/>
                <a:gd name="T15" fmla="*/ 59 h 103"/>
                <a:gd name="T16" fmla="*/ 22 w 67"/>
                <a:gd name="T17" fmla="*/ 59 h 103"/>
                <a:gd name="T18" fmla="*/ 22 w 67"/>
                <a:gd name="T19" fmla="*/ 84 h 103"/>
                <a:gd name="T20" fmla="*/ 67 w 67"/>
                <a:gd name="T21" fmla="*/ 84 h 103"/>
                <a:gd name="T22" fmla="*/ 67 w 67"/>
                <a:gd name="T23" fmla="*/ 103 h 103"/>
                <a:gd name="T24" fmla="*/ 0 w 6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103">
                  <a:moveTo>
                    <a:pt x="0" y="103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9"/>
                  </a:lnTo>
                  <a:lnTo>
                    <a:pt x="22" y="19"/>
                  </a:lnTo>
                  <a:lnTo>
                    <a:pt x="22" y="41"/>
                  </a:lnTo>
                  <a:lnTo>
                    <a:pt x="62" y="41"/>
                  </a:lnTo>
                  <a:lnTo>
                    <a:pt x="62" y="59"/>
                  </a:lnTo>
                  <a:lnTo>
                    <a:pt x="22" y="59"/>
                  </a:lnTo>
                  <a:lnTo>
                    <a:pt x="22" y="84"/>
                  </a:lnTo>
                  <a:lnTo>
                    <a:pt x="67" y="84"/>
                  </a:lnTo>
                  <a:lnTo>
                    <a:pt x="67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2" name="Freeform 59"/>
            <p:cNvSpPr>
              <a:spLocks/>
            </p:cNvSpPr>
            <p:nvPr userDrawn="1"/>
          </p:nvSpPr>
          <p:spPr bwMode="black">
            <a:xfrm>
              <a:off x="371157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3" name="Freeform 60"/>
            <p:cNvSpPr>
              <a:spLocks/>
            </p:cNvSpPr>
            <p:nvPr userDrawn="1"/>
          </p:nvSpPr>
          <p:spPr bwMode="black">
            <a:xfrm>
              <a:off x="37719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4" name="Freeform 61"/>
            <p:cNvSpPr>
              <a:spLocks/>
            </p:cNvSpPr>
            <p:nvPr userDrawn="1"/>
          </p:nvSpPr>
          <p:spPr bwMode="black">
            <a:xfrm>
              <a:off x="3968751" y="5791200"/>
              <a:ext cx="98425" cy="163513"/>
            </a:xfrm>
            <a:custGeom>
              <a:avLst/>
              <a:gdLst>
                <a:gd name="T0" fmla="*/ 0 w 62"/>
                <a:gd name="T1" fmla="*/ 103 h 103"/>
                <a:gd name="T2" fmla="*/ 0 w 62"/>
                <a:gd name="T3" fmla="*/ 0 h 103"/>
                <a:gd name="T4" fmla="*/ 62 w 62"/>
                <a:gd name="T5" fmla="*/ 0 h 103"/>
                <a:gd name="T6" fmla="*/ 62 w 62"/>
                <a:gd name="T7" fmla="*/ 19 h 103"/>
                <a:gd name="T8" fmla="*/ 22 w 62"/>
                <a:gd name="T9" fmla="*/ 19 h 103"/>
                <a:gd name="T10" fmla="*/ 22 w 62"/>
                <a:gd name="T11" fmla="*/ 43 h 103"/>
                <a:gd name="T12" fmla="*/ 57 w 62"/>
                <a:gd name="T13" fmla="*/ 43 h 103"/>
                <a:gd name="T14" fmla="*/ 57 w 62"/>
                <a:gd name="T15" fmla="*/ 61 h 103"/>
                <a:gd name="T16" fmla="*/ 22 w 62"/>
                <a:gd name="T17" fmla="*/ 61 h 103"/>
                <a:gd name="T18" fmla="*/ 22 w 62"/>
                <a:gd name="T19" fmla="*/ 103 h 103"/>
                <a:gd name="T20" fmla="*/ 0 w 62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3">
                  <a:moveTo>
                    <a:pt x="0" y="103"/>
                  </a:moveTo>
                  <a:lnTo>
                    <a:pt x="0" y="0"/>
                  </a:lnTo>
                  <a:lnTo>
                    <a:pt x="62" y="0"/>
                  </a:lnTo>
                  <a:lnTo>
                    <a:pt x="62" y="19"/>
                  </a:lnTo>
                  <a:lnTo>
                    <a:pt x="22" y="19"/>
                  </a:lnTo>
                  <a:lnTo>
                    <a:pt x="22" y="43"/>
                  </a:lnTo>
                  <a:lnTo>
                    <a:pt x="57" y="43"/>
                  </a:lnTo>
                  <a:lnTo>
                    <a:pt x="57" y="61"/>
                  </a:lnTo>
                  <a:lnTo>
                    <a:pt x="22" y="61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" name="Freeform 62"/>
            <p:cNvSpPr>
              <a:spLocks noEditPoints="1"/>
            </p:cNvSpPr>
            <p:nvPr userDrawn="1"/>
          </p:nvSpPr>
          <p:spPr bwMode="black">
            <a:xfrm>
              <a:off x="4081463" y="5788025"/>
              <a:ext cx="138113" cy="171450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6" name="Freeform 63"/>
            <p:cNvSpPr>
              <a:spLocks noEditPoints="1"/>
            </p:cNvSpPr>
            <p:nvPr userDrawn="1"/>
          </p:nvSpPr>
          <p:spPr bwMode="black">
            <a:xfrm>
              <a:off x="4244976" y="5791200"/>
              <a:ext cx="122238" cy="163513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7" name="Freeform 64"/>
            <p:cNvSpPr>
              <a:spLocks/>
            </p:cNvSpPr>
            <p:nvPr userDrawn="1"/>
          </p:nvSpPr>
          <p:spPr bwMode="black">
            <a:xfrm>
              <a:off x="4445001" y="5788025"/>
              <a:ext cx="114300" cy="171450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8" name="Freeform 65"/>
            <p:cNvSpPr>
              <a:spLocks/>
            </p:cNvSpPr>
            <p:nvPr userDrawn="1"/>
          </p:nvSpPr>
          <p:spPr bwMode="black">
            <a:xfrm>
              <a:off x="4583113" y="5791200"/>
              <a:ext cx="122238" cy="163513"/>
            </a:xfrm>
            <a:custGeom>
              <a:avLst/>
              <a:gdLst>
                <a:gd name="T0" fmla="*/ 0 w 77"/>
                <a:gd name="T1" fmla="*/ 103 h 103"/>
                <a:gd name="T2" fmla="*/ 0 w 77"/>
                <a:gd name="T3" fmla="*/ 0 h 103"/>
                <a:gd name="T4" fmla="*/ 22 w 77"/>
                <a:gd name="T5" fmla="*/ 0 h 103"/>
                <a:gd name="T6" fmla="*/ 22 w 77"/>
                <a:gd name="T7" fmla="*/ 39 h 103"/>
                <a:gd name="T8" fmla="*/ 55 w 77"/>
                <a:gd name="T9" fmla="*/ 39 h 103"/>
                <a:gd name="T10" fmla="*/ 55 w 77"/>
                <a:gd name="T11" fmla="*/ 0 h 103"/>
                <a:gd name="T12" fmla="*/ 77 w 77"/>
                <a:gd name="T13" fmla="*/ 0 h 103"/>
                <a:gd name="T14" fmla="*/ 77 w 77"/>
                <a:gd name="T15" fmla="*/ 103 h 103"/>
                <a:gd name="T16" fmla="*/ 55 w 77"/>
                <a:gd name="T17" fmla="*/ 103 h 103"/>
                <a:gd name="T18" fmla="*/ 55 w 77"/>
                <a:gd name="T19" fmla="*/ 58 h 103"/>
                <a:gd name="T20" fmla="*/ 22 w 77"/>
                <a:gd name="T21" fmla="*/ 58 h 103"/>
                <a:gd name="T22" fmla="*/ 22 w 77"/>
                <a:gd name="T23" fmla="*/ 103 h 103"/>
                <a:gd name="T24" fmla="*/ 0 w 77"/>
                <a:gd name="T2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39"/>
                  </a:lnTo>
                  <a:lnTo>
                    <a:pt x="55" y="39"/>
                  </a:lnTo>
                  <a:lnTo>
                    <a:pt x="55" y="0"/>
                  </a:lnTo>
                  <a:lnTo>
                    <a:pt x="77" y="0"/>
                  </a:lnTo>
                  <a:lnTo>
                    <a:pt x="77" y="103"/>
                  </a:lnTo>
                  <a:lnTo>
                    <a:pt x="55" y="103"/>
                  </a:lnTo>
                  <a:lnTo>
                    <a:pt x="55" y="58"/>
                  </a:lnTo>
                  <a:lnTo>
                    <a:pt x="22" y="58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9" name="Freeform 66"/>
            <p:cNvSpPr>
              <a:spLocks noEditPoints="1"/>
            </p:cNvSpPr>
            <p:nvPr userDrawn="1"/>
          </p:nvSpPr>
          <p:spPr bwMode="black">
            <a:xfrm>
              <a:off x="4722813" y="5791200"/>
              <a:ext cx="139700" cy="163513"/>
            </a:xfrm>
            <a:custGeom>
              <a:avLst/>
              <a:gdLst>
                <a:gd name="T0" fmla="*/ 33 w 88"/>
                <a:gd name="T1" fmla="*/ 0 h 103"/>
                <a:gd name="T2" fmla="*/ 55 w 88"/>
                <a:gd name="T3" fmla="*/ 0 h 103"/>
                <a:gd name="T4" fmla="*/ 88 w 88"/>
                <a:gd name="T5" fmla="*/ 103 h 103"/>
                <a:gd name="T6" fmla="*/ 65 w 88"/>
                <a:gd name="T7" fmla="*/ 103 h 103"/>
                <a:gd name="T8" fmla="*/ 58 w 88"/>
                <a:gd name="T9" fmla="*/ 80 h 103"/>
                <a:gd name="T10" fmla="*/ 29 w 88"/>
                <a:gd name="T11" fmla="*/ 80 h 103"/>
                <a:gd name="T12" fmla="*/ 23 w 88"/>
                <a:gd name="T13" fmla="*/ 103 h 103"/>
                <a:gd name="T14" fmla="*/ 0 w 88"/>
                <a:gd name="T15" fmla="*/ 103 h 103"/>
                <a:gd name="T16" fmla="*/ 33 w 88"/>
                <a:gd name="T17" fmla="*/ 0 h 103"/>
                <a:gd name="T18" fmla="*/ 34 w 88"/>
                <a:gd name="T19" fmla="*/ 63 h 103"/>
                <a:gd name="T20" fmla="*/ 54 w 88"/>
                <a:gd name="T21" fmla="*/ 63 h 103"/>
                <a:gd name="T22" fmla="*/ 43 w 88"/>
                <a:gd name="T23" fmla="*/ 28 h 103"/>
                <a:gd name="T24" fmla="*/ 34 w 88"/>
                <a:gd name="T25" fmla="*/ 6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3">
                  <a:moveTo>
                    <a:pt x="33" y="0"/>
                  </a:moveTo>
                  <a:lnTo>
                    <a:pt x="55" y="0"/>
                  </a:lnTo>
                  <a:lnTo>
                    <a:pt x="88" y="103"/>
                  </a:lnTo>
                  <a:lnTo>
                    <a:pt x="65" y="103"/>
                  </a:lnTo>
                  <a:lnTo>
                    <a:pt x="58" y="80"/>
                  </a:lnTo>
                  <a:lnTo>
                    <a:pt x="29" y="80"/>
                  </a:lnTo>
                  <a:lnTo>
                    <a:pt x="23" y="103"/>
                  </a:lnTo>
                  <a:lnTo>
                    <a:pt x="0" y="103"/>
                  </a:lnTo>
                  <a:lnTo>
                    <a:pt x="33" y="0"/>
                  </a:lnTo>
                  <a:close/>
                  <a:moveTo>
                    <a:pt x="34" y="63"/>
                  </a:moveTo>
                  <a:lnTo>
                    <a:pt x="54" y="63"/>
                  </a:lnTo>
                  <a:lnTo>
                    <a:pt x="43" y="28"/>
                  </a:lnTo>
                  <a:lnTo>
                    <a:pt x="34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0" name="Freeform 67"/>
            <p:cNvSpPr>
              <a:spLocks noEditPoints="1"/>
            </p:cNvSpPr>
            <p:nvPr userDrawn="1"/>
          </p:nvSpPr>
          <p:spPr bwMode="black">
            <a:xfrm>
              <a:off x="4879976" y="5791200"/>
              <a:ext cx="120650" cy="163513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1" name="Freeform 68"/>
            <p:cNvSpPr>
              <a:spLocks/>
            </p:cNvSpPr>
            <p:nvPr userDrawn="1"/>
          </p:nvSpPr>
          <p:spPr bwMode="black">
            <a:xfrm>
              <a:off x="5026026" y="5791200"/>
              <a:ext cx="34925" cy="163513"/>
            </a:xfrm>
            <a:custGeom>
              <a:avLst/>
              <a:gdLst>
                <a:gd name="T0" fmla="*/ 0 w 22"/>
                <a:gd name="T1" fmla="*/ 103 h 103"/>
                <a:gd name="T2" fmla="*/ 0 w 22"/>
                <a:gd name="T3" fmla="*/ 0 h 103"/>
                <a:gd name="T4" fmla="*/ 12 w 22"/>
                <a:gd name="T5" fmla="*/ 0 h 103"/>
                <a:gd name="T6" fmla="*/ 22 w 22"/>
                <a:gd name="T7" fmla="*/ 0 h 103"/>
                <a:gd name="T8" fmla="*/ 22 w 22"/>
                <a:gd name="T9" fmla="*/ 103 h 103"/>
                <a:gd name="T10" fmla="*/ 0 w 22"/>
                <a:gd name="T1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03">
                  <a:moveTo>
                    <a:pt x="0" y="103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lnTo>
                    <a:pt x="22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2" name="Freeform 69"/>
            <p:cNvSpPr>
              <a:spLocks/>
            </p:cNvSpPr>
            <p:nvPr userDrawn="1"/>
          </p:nvSpPr>
          <p:spPr bwMode="black">
            <a:xfrm>
              <a:off x="5092701" y="5791200"/>
              <a:ext cx="120650" cy="163513"/>
            </a:xfrm>
            <a:custGeom>
              <a:avLst/>
              <a:gdLst>
                <a:gd name="T0" fmla="*/ 0 w 76"/>
                <a:gd name="T1" fmla="*/ 103 h 103"/>
                <a:gd name="T2" fmla="*/ 0 w 76"/>
                <a:gd name="T3" fmla="*/ 0 h 103"/>
                <a:gd name="T4" fmla="*/ 22 w 76"/>
                <a:gd name="T5" fmla="*/ 0 h 103"/>
                <a:gd name="T6" fmla="*/ 55 w 76"/>
                <a:gd name="T7" fmla="*/ 66 h 103"/>
                <a:gd name="T8" fmla="*/ 55 w 76"/>
                <a:gd name="T9" fmla="*/ 0 h 103"/>
                <a:gd name="T10" fmla="*/ 76 w 76"/>
                <a:gd name="T11" fmla="*/ 0 h 103"/>
                <a:gd name="T12" fmla="*/ 76 w 76"/>
                <a:gd name="T13" fmla="*/ 103 h 103"/>
                <a:gd name="T14" fmla="*/ 54 w 76"/>
                <a:gd name="T15" fmla="*/ 103 h 103"/>
                <a:gd name="T16" fmla="*/ 21 w 76"/>
                <a:gd name="T17" fmla="*/ 37 h 103"/>
                <a:gd name="T18" fmla="*/ 21 w 76"/>
                <a:gd name="T19" fmla="*/ 103 h 103"/>
                <a:gd name="T20" fmla="*/ 0 w 76"/>
                <a:gd name="T2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103">
                  <a:moveTo>
                    <a:pt x="0" y="103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55" y="66"/>
                  </a:lnTo>
                  <a:lnTo>
                    <a:pt x="55" y="0"/>
                  </a:lnTo>
                  <a:lnTo>
                    <a:pt x="76" y="0"/>
                  </a:lnTo>
                  <a:lnTo>
                    <a:pt x="76" y="103"/>
                  </a:lnTo>
                  <a:lnTo>
                    <a:pt x="54" y="103"/>
                  </a:lnTo>
                  <a:lnTo>
                    <a:pt x="21" y="37"/>
                  </a:lnTo>
                  <a:lnTo>
                    <a:pt x="21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3" name="Freeform 70"/>
            <p:cNvSpPr>
              <a:spLocks/>
            </p:cNvSpPr>
            <p:nvPr userDrawn="1"/>
          </p:nvSpPr>
          <p:spPr bwMode="black">
            <a:xfrm>
              <a:off x="5237163" y="5788025"/>
              <a:ext cx="133350" cy="171450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4" name="Freeform 71"/>
            <p:cNvSpPr>
              <a:spLocks/>
            </p:cNvSpPr>
            <p:nvPr userDrawn="1"/>
          </p:nvSpPr>
          <p:spPr bwMode="black">
            <a:xfrm>
              <a:off x="5400676" y="5919788"/>
              <a:ext cx="36513" cy="34925"/>
            </a:xfrm>
            <a:custGeom>
              <a:avLst/>
              <a:gdLst>
                <a:gd name="T0" fmla="*/ 23 w 23"/>
                <a:gd name="T1" fmla="*/ 0 h 22"/>
                <a:gd name="T2" fmla="*/ 23 w 23"/>
                <a:gd name="T3" fmla="*/ 22 h 22"/>
                <a:gd name="T4" fmla="*/ 0 w 23"/>
                <a:gd name="T5" fmla="*/ 22 h 22"/>
                <a:gd name="T6" fmla="*/ 0 w 23"/>
                <a:gd name="T7" fmla="*/ 0 h 22"/>
                <a:gd name="T8" fmla="*/ 12 w 23"/>
                <a:gd name="T9" fmla="*/ 0 h 22"/>
                <a:gd name="T10" fmla="*/ 23 w 23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lnTo>
                    <a:pt x="23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756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0651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323850"/>
            <a:ext cx="10874374" cy="923330"/>
          </a:xfrm>
          <a:noFill/>
        </p:spPr>
        <p:txBody>
          <a:bodyPr wrap="square" lIns="0" tIns="0">
            <a:spAutoFit/>
          </a:bodyPr>
          <a:lstStyle>
            <a:lvl1pPr>
              <a:defRPr sz="6000" baseline="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/>
              <a:t>Content/Agenda</a:t>
            </a:r>
          </a:p>
        </p:txBody>
      </p:sp>
    </p:spTree>
    <p:extLst>
      <p:ext uri="{BB962C8B-B14F-4D97-AF65-F5344CB8AC3E}">
        <p14:creationId xmlns:p14="http://schemas.microsoft.com/office/powerpoint/2010/main" val="53415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vertical">
    <p:bg>
      <p:bgPr>
        <a:blipFill dpi="0" rotWithShape="1">
          <a:blip r:embed="rId3">
            <a:lum/>
          </a:blip>
          <a:srcRect/>
          <a:stretch>
            <a:fillRect l="-40000" r="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905237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3" name="Objek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/>
          <p:cNvSpPr/>
          <p:nvPr userDrawn="1"/>
        </p:nvSpPr>
        <p:spPr bwMode="white">
          <a:xfrm>
            <a:off x="5760890" y="0"/>
            <a:ext cx="5761186" cy="6480175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indent="3175" algn="ctr" defTabSz="457293" eaLnBrk="1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</a:pPr>
            <a:endParaRPr lang="en-US" sz="1800">
              <a:cs typeface="TeleGrotesk Next" pitchFamily="2" charset="0"/>
            </a:endParaRPr>
          </a:p>
        </p:txBody>
      </p:sp>
      <p:sp>
        <p:nvSpPr>
          <p:cNvPr id="12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323849"/>
            <a:ext cx="5113187" cy="4860926"/>
          </a:xfrm>
          <a:noFill/>
        </p:spPr>
        <p:txBody>
          <a:bodyPr wrap="square" lIns="0" tIns="0">
            <a:no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/>
              <a:t>Content/</a:t>
            </a:r>
            <a:br>
              <a:rPr lang="en-US"/>
            </a:br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50257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ivider Living Magenta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306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platzhalter 1"/>
          <p:cNvSpPr>
            <a:spLocks noGrp="1"/>
          </p:cNvSpPr>
          <p:nvPr>
            <p:ph type="ctrTitle" hasCustomPrompt="1"/>
          </p:nvPr>
        </p:nvSpPr>
        <p:spPr bwMode="black">
          <a:xfrm>
            <a:off x="323851" y="1584000"/>
            <a:ext cx="10874374" cy="1846659"/>
          </a:xfrm>
          <a:noFill/>
        </p:spPr>
        <p:txBody>
          <a:bodyPr wrap="square" lIns="0" tIns="0">
            <a:spAutoFit/>
          </a:bodyPr>
          <a:lstStyle>
            <a:lvl1pPr>
              <a:defRPr sz="6000" smtClean="0">
                <a:solidFill>
                  <a:schemeClr val="bg1"/>
                </a:solidFill>
                <a:latin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 err="1"/>
              <a:t>TeleGrotesk</a:t>
            </a:r>
            <a:r>
              <a:rPr lang="en-US"/>
              <a:t> next Ultra </a:t>
            </a:r>
            <a:br>
              <a:rPr lang="en-US"/>
            </a:br>
            <a:r>
              <a:rPr lang="en-US"/>
              <a:t>60 (75) 90 PT</a:t>
            </a:r>
          </a:p>
        </p:txBody>
      </p:sp>
    </p:spTree>
    <p:extLst>
      <p:ext uri="{BB962C8B-B14F-4D97-AF65-F5344CB8AC3E}">
        <p14:creationId xmlns:p14="http://schemas.microsoft.com/office/powerpoint/2010/main" val="795172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Living Magenta vertical">
    <p:bg>
      <p:bgPr>
        <a:blipFill dpi="0" rotWithShape="1">
          <a:blip r:embed="rId3">
            <a:lum/>
          </a:blip>
          <a:srcRect/>
          <a:stretch>
            <a:fillRect l="-40000" r="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839419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/>
          <p:cNvSpPr/>
          <p:nvPr userDrawn="1"/>
        </p:nvSpPr>
        <p:spPr bwMode="gray">
          <a:xfrm>
            <a:off x="5761038" y="0"/>
            <a:ext cx="5761037" cy="6478666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indent="3175" algn="ctr" defTabSz="457293" eaLnBrk="1" fontAlgn="base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</a:pPr>
            <a:endParaRPr lang="en-US" sz="1800">
              <a:cs typeface="TeleGrotesk Next" pitchFamily="2" charset="0"/>
            </a:endParaRPr>
          </a:p>
        </p:txBody>
      </p:sp>
      <p:sp>
        <p:nvSpPr>
          <p:cNvPr id="6" name="Titelplatzhalter 1"/>
          <p:cNvSpPr>
            <a:spLocks noGrp="1"/>
          </p:cNvSpPr>
          <p:nvPr>
            <p:ph type="ctrTitle" hasCustomPrompt="1"/>
          </p:nvPr>
        </p:nvSpPr>
        <p:spPr bwMode="gray">
          <a:xfrm>
            <a:off x="6084888" y="323850"/>
            <a:ext cx="5113337" cy="5184775"/>
          </a:xfrm>
          <a:noFill/>
        </p:spPr>
        <p:txBody>
          <a:bodyPr wrap="square" lIns="0" tIns="0" anchor="ctr">
            <a:noAutofit/>
          </a:bodyPr>
          <a:lstStyle>
            <a:lvl1pPr>
              <a:defRPr sz="4500" baseline="0" smtClean="0">
                <a:solidFill>
                  <a:schemeClr val="tx2"/>
                </a:solidFill>
                <a:latin typeface="TeleGrotesk Next" pitchFamily="2" charset="0"/>
                <a:ea typeface="TeleGrotesk Next" pitchFamily="2" charset="0"/>
                <a:cs typeface="TeleGrotesk Next" pitchFamily="2" charset="0"/>
                <a:sym typeface="TeleGrotesk Next" pitchFamily="2" charset="0"/>
              </a:defRPr>
            </a:lvl1pPr>
          </a:lstStyle>
          <a:p>
            <a:r>
              <a:rPr lang="en-US"/>
              <a:t>01</a:t>
            </a:r>
            <a:br>
              <a:rPr lang="en-US"/>
            </a:br>
            <a:r>
              <a:rPr lang="en-US" err="1"/>
              <a:t>TeleGrotesk</a:t>
            </a:r>
            <a:r>
              <a:rPr lang="en-US"/>
              <a:t> </a:t>
            </a:r>
            <a:br>
              <a:rPr lang="en-US"/>
            </a:br>
            <a:r>
              <a:rPr lang="en-US"/>
              <a:t>next (45) 60 PT</a:t>
            </a:r>
          </a:p>
        </p:txBody>
      </p:sp>
    </p:spTree>
    <p:extLst>
      <p:ext uri="{BB962C8B-B14F-4D97-AF65-F5344CB8AC3E}">
        <p14:creationId xmlns:p14="http://schemas.microsoft.com/office/powerpoint/2010/main" val="1267154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98932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4000" y="252000"/>
            <a:ext cx="10872000" cy="504000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err="1"/>
              <a:t>TeleGrotesk</a:t>
            </a:r>
            <a:r>
              <a:rPr lang="en-US"/>
              <a:t> Headline Ultra 28 (32)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07292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8" y="252000"/>
            <a:ext cx="10872000" cy="504000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err="1"/>
              <a:t>TeleGrotesk</a:t>
            </a:r>
            <a:r>
              <a:rPr lang="en-US"/>
              <a:t> Headline Ultra 28 (32)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23999" y="1476374"/>
            <a:ext cx="10872000" cy="40322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buClr>
                <a:schemeClr val="tx1"/>
              </a:buClr>
              <a:defRPr baseline="0"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950480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9" y="252000"/>
            <a:ext cx="10872000" cy="504000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err="1"/>
              <a:t>TeleGrotesk</a:t>
            </a:r>
            <a:r>
              <a:rPr lang="en-US"/>
              <a:t> Headline Ultra 28 (32)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4000" y="1476374"/>
            <a:ext cx="5365600" cy="403225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832475" y="1476374"/>
            <a:ext cx="5364000" cy="403225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33699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9" y="252000"/>
            <a:ext cx="10872000" cy="504000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err="1"/>
              <a:t>TeleGrotesk</a:t>
            </a:r>
            <a:r>
              <a:rPr lang="en-US"/>
              <a:t> Headline Ultra 28 (32)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4000" y="1476375"/>
            <a:ext cx="3528000" cy="403225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7668475" y="1476375"/>
            <a:ext cx="3528000" cy="403225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3" hasCustomPrompt="1"/>
          </p:nvPr>
        </p:nvSpPr>
        <p:spPr>
          <a:xfrm>
            <a:off x="3996237" y="1476376"/>
            <a:ext cx="3528000" cy="40322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3306163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306447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9" y="252000"/>
            <a:ext cx="10872000" cy="504000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err="1"/>
              <a:t>TeleGrotesk</a:t>
            </a:r>
            <a:r>
              <a:rPr lang="en-US"/>
              <a:t> Headline Ultra 28 (32)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4000" y="1476374"/>
            <a:ext cx="2610000" cy="403225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 baseline="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832316" y="1476374"/>
            <a:ext cx="2610000" cy="403225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3" hasCustomPrompt="1"/>
          </p:nvPr>
        </p:nvSpPr>
        <p:spPr>
          <a:xfrm>
            <a:off x="3078158" y="1476375"/>
            <a:ext cx="2610000" cy="40322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half" idx="14" hasCustomPrompt="1"/>
          </p:nvPr>
        </p:nvSpPr>
        <p:spPr>
          <a:xfrm>
            <a:off x="8586475" y="1476374"/>
            <a:ext cx="2610000" cy="403225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2701314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40669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522075" cy="6480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2711722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36389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/>
          <p:cNvSpPr>
            <a:spLocks noGrp="1"/>
          </p:cNvSpPr>
          <p:nvPr>
            <p:ph type="pic" sz="quarter" idx="13"/>
          </p:nvPr>
        </p:nvSpPr>
        <p:spPr>
          <a:xfrm>
            <a:off x="5832475" y="0"/>
            <a:ext cx="5689600" cy="6480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9" y="251999"/>
            <a:ext cx="5365601" cy="807561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err="1"/>
              <a:t>TeleGrotesk</a:t>
            </a:r>
            <a:r>
              <a:rPr lang="en-US"/>
              <a:t> Headline Ultra 28 (32)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4000" y="1476374"/>
            <a:ext cx="5365600" cy="4032251"/>
          </a:xfrm>
        </p:spPr>
        <p:txBody>
          <a:bodyPr anchor="ctr"/>
          <a:lstStyle>
            <a:lvl1pPr>
              <a:defRPr sz="1800" baseline="0"/>
            </a:lvl1pPr>
            <a:lvl2pPr>
              <a:defRPr sz="18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15196895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572984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32624" y="251999"/>
            <a:ext cx="5365601" cy="807561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en-US" err="1"/>
              <a:t>TeleGrotesk</a:t>
            </a:r>
            <a:r>
              <a:rPr lang="en-US"/>
              <a:t> Headline Ultra 28 (32)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832625" y="1476374"/>
            <a:ext cx="5365600" cy="4032251"/>
          </a:xfrm>
        </p:spPr>
        <p:txBody>
          <a:bodyPr anchor="ctr"/>
          <a:lstStyle>
            <a:lvl1pPr>
              <a:defRPr sz="1800"/>
            </a:lvl1pPr>
            <a:lvl2pPr>
              <a:defRPr sz="1800"/>
            </a:lvl2pPr>
            <a:lvl3pPr>
              <a:buClr>
                <a:schemeClr val="tx1"/>
              </a:buClr>
              <a:defRPr sz="1800" baseline="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689600" cy="6480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3424800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286156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haded boxes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79499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3"/>
          <p:cNvSpPr>
            <a:spLocks/>
          </p:cNvSpPr>
          <p:nvPr userDrawn="1"/>
        </p:nvSpPr>
        <p:spPr bwMode="invGray">
          <a:xfrm>
            <a:off x="324000" y="2948089"/>
            <a:ext cx="10872000" cy="2236686"/>
          </a:xfrm>
          <a:prstGeom prst="rect">
            <a:avLst/>
          </a:prstGeom>
          <a:solidFill>
            <a:srgbClr val="E20074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 lIns="144000" tIns="72000" rIns="144000" bIns="72000"/>
          <a:lstStyle/>
          <a:p>
            <a:pPr defTabSz="576263" eaLnBrk="1" fontAlgn="base"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endParaRPr lang="en-US" sz="4000">
              <a:solidFill>
                <a:srgbClr val="E20074"/>
              </a:solidFill>
              <a:latin typeface="TeleGrotesk Next Ultra" pitchFamily="2" charset="0"/>
              <a:cs typeface="TeleGrotesk Next" pitchFamily="2" charset="0"/>
              <a:sym typeface="TeleGrotesk Next Ultra" pitchFamily="2" charset="0"/>
            </a:endParaRPr>
          </a:p>
        </p:txBody>
      </p:sp>
      <p:sp>
        <p:nvSpPr>
          <p:cNvPr id="13" name="Titel 3"/>
          <p:cNvSpPr>
            <a:spLocks/>
          </p:cNvSpPr>
          <p:nvPr userDrawn="1"/>
        </p:nvSpPr>
        <p:spPr bwMode="invGray">
          <a:xfrm>
            <a:off x="324000" y="1841960"/>
            <a:ext cx="10416151" cy="3342815"/>
          </a:xfrm>
          <a:prstGeom prst="rect">
            <a:avLst/>
          </a:prstGeom>
          <a:solidFill>
            <a:srgbClr val="E20074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 lIns="144000" tIns="72000" rIns="144000" bIns="72000"/>
          <a:lstStyle/>
          <a:p>
            <a:pPr defTabSz="576263" eaLnBrk="1" fontAlgn="base"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endParaRPr lang="en-US" sz="4000" noProof="0">
              <a:solidFill>
                <a:srgbClr val="E20074"/>
              </a:solidFill>
              <a:latin typeface="TeleGrotesk Next Ultra" pitchFamily="2" charset="0"/>
              <a:cs typeface="TeleGrotesk Next" pitchFamily="2" charset="0"/>
              <a:sym typeface="TeleGrotesk Next Ultra" pitchFamily="2" charset="0"/>
            </a:endParaRPr>
          </a:p>
        </p:txBody>
      </p:sp>
      <p:sp>
        <p:nvSpPr>
          <p:cNvPr id="45058" name="Titelplatzhalter 1"/>
          <p:cNvSpPr>
            <a:spLocks noGrp="1"/>
          </p:cNvSpPr>
          <p:nvPr>
            <p:ph type="ctrTitle" hasCustomPrompt="1"/>
          </p:nvPr>
        </p:nvSpPr>
        <p:spPr bwMode="ltGray">
          <a:xfrm>
            <a:off x="324000" y="2153265"/>
            <a:ext cx="9719802" cy="3031510"/>
          </a:xfrm>
          <a:solidFill>
            <a:schemeClr val="tx2"/>
          </a:solidFill>
        </p:spPr>
        <p:txBody>
          <a:bodyPr lIns="144000">
            <a:noAutofit/>
          </a:bodyPr>
          <a:lstStyle>
            <a:lvl1pPr>
              <a:defRPr sz="4800" baseline="0" smtClean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4800"/>
              <a:t>TELEGROTESK next ULTRA </a:t>
            </a:r>
            <a:br>
              <a:rPr lang="en-US" sz="4800"/>
            </a:br>
            <a:r>
              <a:rPr lang="en-US" sz="4800"/>
              <a:t>40 (48) 60 </a:t>
            </a:r>
            <a:r>
              <a:rPr lang="en-US" sz="4800" err="1"/>
              <a:t>pt</a:t>
            </a:r>
            <a:endParaRPr lang="en-US"/>
          </a:p>
        </p:txBody>
      </p:sp>
      <p:sp>
        <p:nvSpPr>
          <p:cNvPr id="45059" name="Textplatzhalter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23850" y="4536000"/>
            <a:ext cx="9719951" cy="369332"/>
          </a:xfrm>
        </p:spPr>
        <p:txBody>
          <a:bodyPr wrap="square" lIns="144000">
            <a:spAutoFit/>
          </a:bodyPr>
          <a:lstStyle>
            <a:lvl1pPr>
              <a:spcBef>
                <a:spcPts val="0"/>
              </a:spcBef>
              <a:defRPr sz="2400" b="0" smtClean="0">
                <a:solidFill>
                  <a:schemeClr val="bg1"/>
                </a:solidFill>
                <a:latin typeface="TeleGrotesk Next" pitchFamily="2" charset="0"/>
                <a:sym typeface="TeleGrotesk Next" pitchFamily="2" charset="0"/>
              </a:defRPr>
            </a:lvl1pPr>
          </a:lstStyle>
          <a:p>
            <a:pPr lvl="0"/>
            <a:r>
              <a:rPr lang="en-US" noProof="0"/>
              <a:t>Sub-heading: </a:t>
            </a:r>
            <a:r>
              <a:rPr lang="en-US" noProof="0" err="1"/>
              <a:t>TeleGrotesk</a:t>
            </a:r>
            <a:r>
              <a:rPr lang="en-US" noProof="0"/>
              <a:t> Next 24 </a:t>
            </a:r>
            <a:r>
              <a:rPr lang="en-US" noProof="0" err="1"/>
              <a:t>pt</a:t>
            </a:r>
            <a:endParaRPr lang="en-US" noProof="0"/>
          </a:p>
        </p:txBody>
      </p:sp>
      <p:grpSp>
        <p:nvGrpSpPr>
          <p:cNvPr id="45079" name="Gruppieren 45078"/>
          <p:cNvGrpSpPr/>
          <p:nvPr userDrawn="1"/>
        </p:nvGrpSpPr>
        <p:grpSpPr>
          <a:xfrm>
            <a:off x="323850" y="5673725"/>
            <a:ext cx="987425" cy="485775"/>
            <a:chOff x="323850" y="5673725"/>
            <a:chExt cx="987425" cy="485775"/>
          </a:xfrm>
        </p:grpSpPr>
        <p:sp>
          <p:nvSpPr>
            <p:cNvPr id="4" name="Freeform 5"/>
            <p:cNvSpPr>
              <a:spLocks/>
            </p:cNvSpPr>
            <p:nvPr userDrawn="1"/>
          </p:nvSpPr>
          <p:spPr bwMode="auto">
            <a:xfrm>
              <a:off x="323850" y="5897563"/>
              <a:ext cx="98425" cy="96838"/>
            </a:xfrm>
            <a:custGeom>
              <a:avLst/>
              <a:gdLst>
                <a:gd name="T0" fmla="*/ 0 w 62"/>
                <a:gd name="T1" fmla="*/ 61 h 61"/>
                <a:gd name="T2" fmla="*/ 0 w 62"/>
                <a:gd name="T3" fmla="*/ 0 h 61"/>
                <a:gd name="T4" fmla="*/ 33 w 62"/>
                <a:gd name="T5" fmla="*/ 0 h 61"/>
                <a:gd name="T6" fmla="*/ 62 w 62"/>
                <a:gd name="T7" fmla="*/ 0 h 61"/>
                <a:gd name="T8" fmla="*/ 62 w 62"/>
                <a:gd name="T9" fmla="*/ 61 h 61"/>
                <a:gd name="T10" fmla="*/ 0 w 6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1">
                  <a:moveTo>
                    <a:pt x="0" y="61"/>
                  </a:moveTo>
                  <a:lnTo>
                    <a:pt x="0" y="0"/>
                  </a:lnTo>
                  <a:lnTo>
                    <a:pt x="33" y="0"/>
                  </a:lnTo>
                  <a:lnTo>
                    <a:pt x="62" y="0"/>
                  </a:lnTo>
                  <a:lnTo>
                    <a:pt x="62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5" name="Freeform 6"/>
            <p:cNvSpPr>
              <a:spLocks/>
            </p:cNvSpPr>
            <p:nvPr userDrawn="1"/>
          </p:nvSpPr>
          <p:spPr bwMode="auto">
            <a:xfrm>
              <a:off x="623888" y="5897563"/>
              <a:ext cx="98425" cy="96838"/>
            </a:xfrm>
            <a:custGeom>
              <a:avLst/>
              <a:gdLst>
                <a:gd name="T0" fmla="*/ 0 w 62"/>
                <a:gd name="T1" fmla="*/ 61 h 61"/>
                <a:gd name="T2" fmla="*/ 0 w 62"/>
                <a:gd name="T3" fmla="*/ 0 h 61"/>
                <a:gd name="T4" fmla="*/ 30 w 62"/>
                <a:gd name="T5" fmla="*/ 0 h 61"/>
                <a:gd name="T6" fmla="*/ 62 w 62"/>
                <a:gd name="T7" fmla="*/ 0 h 61"/>
                <a:gd name="T8" fmla="*/ 62 w 62"/>
                <a:gd name="T9" fmla="*/ 61 h 61"/>
                <a:gd name="T10" fmla="*/ 0 w 6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1">
                  <a:moveTo>
                    <a:pt x="0" y="61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62" y="0"/>
                  </a:lnTo>
                  <a:lnTo>
                    <a:pt x="62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6" name="Freeform 7"/>
            <p:cNvSpPr>
              <a:spLocks/>
            </p:cNvSpPr>
            <p:nvPr userDrawn="1"/>
          </p:nvSpPr>
          <p:spPr bwMode="auto">
            <a:xfrm>
              <a:off x="919163" y="5897563"/>
              <a:ext cx="96838" cy="96838"/>
            </a:xfrm>
            <a:custGeom>
              <a:avLst/>
              <a:gdLst>
                <a:gd name="T0" fmla="*/ 0 w 61"/>
                <a:gd name="T1" fmla="*/ 61 h 61"/>
                <a:gd name="T2" fmla="*/ 0 w 61"/>
                <a:gd name="T3" fmla="*/ 0 h 61"/>
                <a:gd name="T4" fmla="*/ 31 w 61"/>
                <a:gd name="T5" fmla="*/ 0 h 61"/>
                <a:gd name="T6" fmla="*/ 61 w 61"/>
                <a:gd name="T7" fmla="*/ 0 h 61"/>
                <a:gd name="T8" fmla="*/ 61 w 61"/>
                <a:gd name="T9" fmla="*/ 61 h 61"/>
                <a:gd name="T10" fmla="*/ 0 w 61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61">
                  <a:moveTo>
                    <a:pt x="0" y="61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61" y="0"/>
                  </a:lnTo>
                  <a:lnTo>
                    <a:pt x="61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 userDrawn="1"/>
          </p:nvSpPr>
          <p:spPr bwMode="auto">
            <a:xfrm>
              <a:off x="1212850" y="5897563"/>
              <a:ext cx="98425" cy="96838"/>
            </a:xfrm>
            <a:custGeom>
              <a:avLst/>
              <a:gdLst>
                <a:gd name="T0" fmla="*/ 0 w 62"/>
                <a:gd name="T1" fmla="*/ 61 h 61"/>
                <a:gd name="T2" fmla="*/ 0 w 62"/>
                <a:gd name="T3" fmla="*/ 0 h 61"/>
                <a:gd name="T4" fmla="*/ 30 w 62"/>
                <a:gd name="T5" fmla="*/ 0 h 61"/>
                <a:gd name="T6" fmla="*/ 62 w 62"/>
                <a:gd name="T7" fmla="*/ 0 h 61"/>
                <a:gd name="T8" fmla="*/ 62 w 62"/>
                <a:gd name="T9" fmla="*/ 61 h 61"/>
                <a:gd name="T10" fmla="*/ 0 w 6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1">
                  <a:moveTo>
                    <a:pt x="0" y="61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62" y="0"/>
                  </a:lnTo>
                  <a:lnTo>
                    <a:pt x="62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8" name="Freeform 9"/>
            <p:cNvSpPr>
              <a:spLocks/>
            </p:cNvSpPr>
            <p:nvPr userDrawn="1"/>
          </p:nvSpPr>
          <p:spPr bwMode="auto">
            <a:xfrm>
              <a:off x="323850" y="5673725"/>
              <a:ext cx="398463" cy="485775"/>
            </a:xfrm>
            <a:custGeom>
              <a:avLst/>
              <a:gdLst>
                <a:gd name="T0" fmla="*/ 402 w 407"/>
                <a:gd name="T1" fmla="*/ 0 h 496"/>
                <a:gd name="T2" fmla="*/ 5 w 407"/>
                <a:gd name="T3" fmla="*/ 0 h 496"/>
                <a:gd name="T4" fmla="*/ 0 w 407"/>
                <a:gd name="T5" fmla="*/ 175 h 496"/>
                <a:gd name="T6" fmla="*/ 26 w 407"/>
                <a:gd name="T7" fmla="*/ 179 h 496"/>
                <a:gd name="T8" fmla="*/ 67 w 407"/>
                <a:gd name="T9" fmla="*/ 64 h 496"/>
                <a:gd name="T10" fmla="*/ 164 w 407"/>
                <a:gd name="T11" fmla="*/ 23 h 496"/>
                <a:gd name="T12" fmla="*/ 164 w 407"/>
                <a:gd name="T13" fmla="*/ 390 h 496"/>
                <a:gd name="T14" fmla="*/ 150 w 407"/>
                <a:gd name="T15" fmla="*/ 452 h 496"/>
                <a:gd name="T16" fmla="*/ 110 w 407"/>
                <a:gd name="T17" fmla="*/ 467 h 496"/>
                <a:gd name="T18" fmla="*/ 81 w 407"/>
                <a:gd name="T19" fmla="*/ 468 h 496"/>
                <a:gd name="T20" fmla="*/ 81 w 407"/>
                <a:gd name="T21" fmla="*/ 496 h 496"/>
                <a:gd name="T22" fmla="*/ 326 w 407"/>
                <a:gd name="T23" fmla="*/ 496 h 496"/>
                <a:gd name="T24" fmla="*/ 326 w 407"/>
                <a:gd name="T25" fmla="*/ 468 h 496"/>
                <a:gd name="T26" fmla="*/ 297 w 407"/>
                <a:gd name="T27" fmla="*/ 467 h 496"/>
                <a:gd name="T28" fmla="*/ 257 w 407"/>
                <a:gd name="T29" fmla="*/ 452 h 496"/>
                <a:gd name="T30" fmla="*/ 243 w 407"/>
                <a:gd name="T31" fmla="*/ 390 h 496"/>
                <a:gd name="T32" fmla="*/ 243 w 407"/>
                <a:gd name="T33" fmla="*/ 23 h 496"/>
                <a:gd name="T34" fmla="*/ 340 w 407"/>
                <a:gd name="T35" fmla="*/ 64 h 496"/>
                <a:gd name="T36" fmla="*/ 381 w 407"/>
                <a:gd name="T37" fmla="*/ 179 h 496"/>
                <a:gd name="T38" fmla="*/ 407 w 407"/>
                <a:gd name="T39" fmla="*/ 175 h 496"/>
                <a:gd name="T40" fmla="*/ 402 w 407"/>
                <a:gd name="T41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7" h="496">
                  <a:moveTo>
                    <a:pt x="402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31" y="128"/>
                    <a:pt x="45" y="89"/>
                    <a:pt x="67" y="64"/>
                  </a:cubicBezTo>
                  <a:cubicBezTo>
                    <a:pt x="90" y="38"/>
                    <a:pt x="122" y="25"/>
                    <a:pt x="164" y="23"/>
                  </a:cubicBezTo>
                  <a:cubicBezTo>
                    <a:pt x="164" y="390"/>
                    <a:pt x="164" y="390"/>
                    <a:pt x="164" y="390"/>
                  </a:cubicBezTo>
                  <a:cubicBezTo>
                    <a:pt x="164" y="422"/>
                    <a:pt x="159" y="442"/>
                    <a:pt x="150" y="452"/>
                  </a:cubicBezTo>
                  <a:cubicBezTo>
                    <a:pt x="142" y="460"/>
                    <a:pt x="129" y="465"/>
                    <a:pt x="110" y="467"/>
                  </a:cubicBezTo>
                  <a:cubicBezTo>
                    <a:pt x="104" y="467"/>
                    <a:pt x="95" y="468"/>
                    <a:pt x="81" y="468"/>
                  </a:cubicBezTo>
                  <a:cubicBezTo>
                    <a:pt x="81" y="496"/>
                    <a:pt x="81" y="496"/>
                    <a:pt x="81" y="496"/>
                  </a:cubicBezTo>
                  <a:cubicBezTo>
                    <a:pt x="326" y="496"/>
                    <a:pt x="326" y="496"/>
                    <a:pt x="326" y="496"/>
                  </a:cubicBezTo>
                  <a:cubicBezTo>
                    <a:pt x="326" y="468"/>
                    <a:pt x="326" y="468"/>
                    <a:pt x="326" y="468"/>
                  </a:cubicBezTo>
                  <a:cubicBezTo>
                    <a:pt x="312" y="468"/>
                    <a:pt x="303" y="467"/>
                    <a:pt x="297" y="467"/>
                  </a:cubicBezTo>
                  <a:cubicBezTo>
                    <a:pt x="278" y="465"/>
                    <a:pt x="265" y="460"/>
                    <a:pt x="257" y="452"/>
                  </a:cubicBezTo>
                  <a:cubicBezTo>
                    <a:pt x="248" y="442"/>
                    <a:pt x="243" y="422"/>
                    <a:pt x="243" y="390"/>
                  </a:cubicBezTo>
                  <a:cubicBezTo>
                    <a:pt x="243" y="23"/>
                    <a:pt x="243" y="23"/>
                    <a:pt x="243" y="23"/>
                  </a:cubicBezTo>
                  <a:cubicBezTo>
                    <a:pt x="284" y="25"/>
                    <a:pt x="317" y="38"/>
                    <a:pt x="340" y="64"/>
                  </a:cubicBezTo>
                  <a:cubicBezTo>
                    <a:pt x="362" y="89"/>
                    <a:pt x="376" y="128"/>
                    <a:pt x="381" y="179"/>
                  </a:cubicBezTo>
                  <a:cubicBezTo>
                    <a:pt x="407" y="175"/>
                    <a:pt x="407" y="175"/>
                    <a:pt x="407" y="175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45078" name="Gruppieren 45077"/>
          <p:cNvGrpSpPr/>
          <p:nvPr userDrawn="1"/>
        </p:nvGrpSpPr>
        <p:grpSpPr>
          <a:xfrm>
            <a:off x="9517063" y="5881688"/>
            <a:ext cx="1679576" cy="128588"/>
            <a:chOff x="9517063" y="5881688"/>
            <a:chExt cx="1679576" cy="128588"/>
          </a:xfrm>
        </p:grpSpPr>
        <p:sp>
          <p:nvSpPr>
            <p:cNvPr id="45061" name="Freeform 35"/>
            <p:cNvSpPr>
              <a:spLocks/>
            </p:cNvSpPr>
            <p:nvPr userDrawn="1"/>
          </p:nvSpPr>
          <p:spPr bwMode="auto">
            <a:xfrm>
              <a:off x="9517063" y="5884863"/>
              <a:ext cx="76200" cy="122238"/>
            </a:xfrm>
            <a:custGeom>
              <a:avLst/>
              <a:gdLst>
                <a:gd name="T0" fmla="*/ 0 w 48"/>
                <a:gd name="T1" fmla="*/ 77 h 77"/>
                <a:gd name="T2" fmla="*/ 0 w 48"/>
                <a:gd name="T3" fmla="*/ 0 h 77"/>
                <a:gd name="T4" fmla="*/ 17 w 48"/>
                <a:gd name="T5" fmla="*/ 0 h 77"/>
                <a:gd name="T6" fmla="*/ 17 w 48"/>
                <a:gd name="T7" fmla="*/ 63 h 77"/>
                <a:gd name="T8" fmla="*/ 48 w 48"/>
                <a:gd name="T9" fmla="*/ 63 h 77"/>
                <a:gd name="T10" fmla="*/ 48 w 48"/>
                <a:gd name="T11" fmla="*/ 77 h 77"/>
                <a:gd name="T12" fmla="*/ 0 w 48"/>
                <a:gd name="T1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7">
                  <a:moveTo>
                    <a:pt x="0" y="77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63"/>
                  </a:lnTo>
                  <a:lnTo>
                    <a:pt x="48" y="63"/>
                  </a:lnTo>
                  <a:lnTo>
                    <a:pt x="48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2" name="Freeform 36"/>
            <p:cNvSpPr>
              <a:spLocks/>
            </p:cNvSpPr>
            <p:nvPr userDrawn="1"/>
          </p:nvSpPr>
          <p:spPr bwMode="auto">
            <a:xfrm>
              <a:off x="9609138" y="5884863"/>
              <a:ext cx="25400" cy="122238"/>
            </a:xfrm>
            <a:custGeom>
              <a:avLst/>
              <a:gdLst>
                <a:gd name="T0" fmla="*/ 0 w 16"/>
                <a:gd name="T1" fmla="*/ 77 h 77"/>
                <a:gd name="T2" fmla="*/ 0 w 16"/>
                <a:gd name="T3" fmla="*/ 0 h 77"/>
                <a:gd name="T4" fmla="*/ 8 w 16"/>
                <a:gd name="T5" fmla="*/ 0 h 77"/>
                <a:gd name="T6" fmla="*/ 16 w 16"/>
                <a:gd name="T7" fmla="*/ 0 h 77"/>
                <a:gd name="T8" fmla="*/ 16 w 16"/>
                <a:gd name="T9" fmla="*/ 77 h 77"/>
                <a:gd name="T10" fmla="*/ 0 w 16"/>
                <a:gd name="T1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77">
                  <a:moveTo>
                    <a:pt x="0" y="77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3" name="Freeform 37"/>
            <p:cNvSpPr>
              <a:spLocks/>
            </p:cNvSpPr>
            <p:nvPr userDrawn="1"/>
          </p:nvSpPr>
          <p:spPr bwMode="auto">
            <a:xfrm>
              <a:off x="9658351" y="5884863"/>
              <a:ext cx="74613" cy="122238"/>
            </a:xfrm>
            <a:custGeom>
              <a:avLst/>
              <a:gdLst>
                <a:gd name="T0" fmla="*/ 0 w 47"/>
                <a:gd name="T1" fmla="*/ 77 h 77"/>
                <a:gd name="T2" fmla="*/ 0 w 47"/>
                <a:gd name="T3" fmla="*/ 0 h 77"/>
                <a:gd name="T4" fmla="*/ 47 w 47"/>
                <a:gd name="T5" fmla="*/ 0 h 77"/>
                <a:gd name="T6" fmla="*/ 47 w 47"/>
                <a:gd name="T7" fmla="*/ 14 h 77"/>
                <a:gd name="T8" fmla="*/ 17 w 47"/>
                <a:gd name="T9" fmla="*/ 14 h 77"/>
                <a:gd name="T10" fmla="*/ 17 w 47"/>
                <a:gd name="T11" fmla="*/ 32 h 77"/>
                <a:gd name="T12" fmla="*/ 43 w 47"/>
                <a:gd name="T13" fmla="*/ 32 h 77"/>
                <a:gd name="T14" fmla="*/ 43 w 47"/>
                <a:gd name="T15" fmla="*/ 45 h 77"/>
                <a:gd name="T16" fmla="*/ 17 w 47"/>
                <a:gd name="T17" fmla="*/ 45 h 77"/>
                <a:gd name="T18" fmla="*/ 17 w 47"/>
                <a:gd name="T19" fmla="*/ 77 h 77"/>
                <a:gd name="T20" fmla="*/ 0 w 47"/>
                <a:gd name="T2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77">
                  <a:moveTo>
                    <a:pt x="0" y="77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14"/>
                  </a:lnTo>
                  <a:lnTo>
                    <a:pt x="17" y="14"/>
                  </a:lnTo>
                  <a:lnTo>
                    <a:pt x="17" y="32"/>
                  </a:lnTo>
                  <a:lnTo>
                    <a:pt x="43" y="32"/>
                  </a:lnTo>
                  <a:lnTo>
                    <a:pt x="43" y="45"/>
                  </a:lnTo>
                  <a:lnTo>
                    <a:pt x="17" y="45"/>
                  </a:lnTo>
                  <a:lnTo>
                    <a:pt x="17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4" name="Freeform 38"/>
            <p:cNvSpPr>
              <a:spLocks/>
            </p:cNvSpPr>
            <p:nvPr userDrawn="1"/>
          </p:nvSpPr>
          <p:spPr bwMode="auto">
            <a:xfrm>
              <a:off x="9748838" y="5884863"/>
              <a:ext cx="79375" cy="122238"/>
            </a:xfrm>
            <a:custGeom>
              <a:avLst/>
              <a:gdLst>
                <a:gd name="T0" fmla="*/ 0 w 50"/>
                <a:gd name="T1" fmla="*/ 77 h 77"/>
                <a:gd name="T2" fmla="*/ 0 w 50"/>
                <a:gd name="T3" fmla="*/ 0 h 77"/>
                <a:gd name="T4" fmla="*/ 50 w 50"/>
                <a:gd name="T5" fmla="*/ 0 h 77"/>
                <a:gd name="T6" fmla="*/ 50 w 50"/>
                <a:gd name="T7" fmla="*/ 14 h 77"/>
                <a:gd name="T8" fmla="*/ 17 w 50"/>
                <a:gd name="T9" fmla="*/ 14 h 77"/>
                <a:gd name="T10" fmla="*/ 17 w 50"/>
                <a:gd name="T11" fmla="*/ 31 h 77"/>
                <a:gd name="T12" fmla="*/ 47 w 50"/>
                <a:gd name="T13" fmla="*/ 31 h 77"/>
                <a:gd name="T14" fmla="*/ 47 w 50"/>
                <a:gd name="T15" fmla="*/ 44 h 77"/>
                <a:gd name="T16" fmla="*/ 17 w 50"/>
                <a:gd name="T17" fmla="*/ 44 h 77"/>
                <a:gd name="T18" fmla="*/ 17 w 50"/>
                <a:gd name="T19" fmla="*/ 63 h 77"/>
                <a:gd name="T20" fmla="*/ 50 w 50"/>
                <a:gd name="T21" fmla="*/ 63 h 77"/>
                <a:gd name="T22" fmla="*/ 50 w 50"/>
                <a:gd name="T23" fmla="*/ 77 h 77"/>
                <a:gd name="T24" fmla="*/ 0 w 50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77">
                  <a:moveTo>
                    <a:pt x="0" y="7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4"/>
                  </a:lnTo>
                  <a:lnTo>
                    <a:pt x="17" y="14"/>
                  </a:lnTo>
                  <a:lnTo>
                    <a:pt x="17" y="31"/>
                  </a:lnTo>
                  <a:lnTo>
                    <a:pt x="47" y="31"/>
                  </a:lnTo>
                  <a:lnTo>
                    <a:pt x="47" y="44"/>
                  </a:lnTo>
                  <a:lnTo>
                    <a:pt x="17" y="44"/>
                  </a:lnTo>
                  <a:lnTo>
                    <a:pt x="17" y="63"/>
                  </a:lnTo>
                  <a:lnTo>
                    <a:pt x="50" y="63"/>
                  </a:lnTo>
                  <a:lnTo>
                    <a:pt x="50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5" name="Freeform 39"/>
            <p:cNvSpPr>
              <a:spLocks/>
            </p:cNvSpPr>
            <p:nvPr userDrawn="1"/>
          </p:nvSpPr>
          <p:spPr bwMode="auto">
            <a:xfrm>
              <a:off x="9894888" y="5884863"/>
              <a:ext cx="25400" cy="122238"/>
            </a:xfrm>
            <a:custGeom>
              <a:avLst/>
              <a:gdLst>
                <a:gd name="T0" fmla="*/ 0 w 16"/>
                <a:gd name="T1" fmla="*/ 77 h 77"/>
                <a:gd name="T2" fmla="*/ 0 w 16"/>
                <a:gd name="T3" fmla="*/ 0 h 77"/>
                <a:gd name="T4" fmla="*/ 8 w 16"/>
                <a:gd name="T5" fmla="*/ 0 h 77"/>
                <a:gd name="T6" fmla="*/ 16 w 16"/>
                <a:gd name="T7" fmla="*/ 0 h 77"/>
                <a:gd name="T8" fmla="*/ 16 w 16"/>
                <a:gd name="T9" fmla="*/ 77 h 77"/>
                <a:gd name="T10" fmla="*/ 0 w 16"/>
                <a:gd name="T1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77">
                  <a:moveTo>
                    <a:pt x="0" y="77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6" name="Freeform 40"/>
            <p:cNvSpPr>
              <a:spLocks/>
            </p:cNvSpPr>
            <p:nvPr userDrawn="1"/>
          </p:nvSpPr>
          <p:spPr bwMode="auto">
            <a:xfrm>
              <a:off x="9939338" y="5881688"/>
              <a:ext cx="85725" cy="128588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7" name="Freeform 41"/>
            <p:cNvSpPr>
              <a:spLocks/>
            </p:cNvSpPr>
            <p:nvPr userDrawn="1"/>
          </p:nvSpPr>
          <p:spPr bwMode="auto">
            <a:xfrm>
              <a:off x="10088563" y="5884863"/>
              <a:ext cx="74613" cy="122238"/>
            </a:xfrm>
            <a:custGeom>
              <a:avLst/>
              <a:gdLst>
                <a:gd name="T0" fmla="*/ 0 w 47"/>
                <a:gd name="T1" fmla="*/ 77 h 77"/>
                <a:gd name="T2" fmla="*/ 0 w 47"/>
                <a:gd name="T3" fmla="*/ 0 h 77"/>
                <a:gd name="T4" fmla="*/ 47 w 47"/>
                <a:gd name="T5" fmla="*/ 0 h 77"/>
                <a:gd name="T6" fmla="*/ 47 w 47"/>
                <a:gd name="T7" fmla="*/ 14 h 77"/>
                <a:gd name="T8" fmla="*/ 16 w 47"/>
                <a:gd name="T9" fmla="*/ 14 h 77"/>
                <a:gd name="T10" fmla="*/ 16 w 47"/>
                <a:gd name="T11" fmla="*/ 32 h 77"/>
                <a:gd name="T12" fmla="*/ 43 w 47"/>
                <a:gd name="T13" fmla="*/ 32 h 77"/>
                <a:gd name="T14" fmla="*/ 43 w 47"/>
                <a:gd name="T15" fmla="*/ 45 h 77"/>
                <a:gd name="T16" fmla="*/ 16 w 47"/>
                <a:gd name="T17" fmla="*/ 45 h 77"/>
                <a:gd name="T18" fmla="*/ 16 w 47"/>
                <a:gd name="T19" fmla="*/ 77 h 77"/>
                <a:gd name="T20" fmla="*/ 0 w 47"/>
                <a:gd name="T2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77">
                  <a:moveTo>
                    <a:pt x="0" y="77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14"/>
                  </a:lnTo>
                  <a:lnTo>
                    <a:pt x="16" y="14"/>
                  </a:lnTo>
                  <a:lnTo>
                    <a:pt x="16" y="32"/>
                  </a:lnTo>
                  <a:lnTo>
                    <a:pt x="43" y="32"/>
                  </a:lnTo>
                  <a:lnTo>
                    <a:pt x="43" y="45"/>
                  </a:lnTo>
                  <a:lnTo>
                    <a:pt x="16" y="45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8" name="Freeform 42"/>
            <p:cNvSpPr>
              <a:spLocks noEditPoints="1"/>
            </p:cNvSpPr>
            <p:nvPr userDrawn="1"/>
          </p:nvSpPr>
          <p:spPr bwMode="auto">
            <a:xfrm>
              <a:off x="10172701" y="5881688"/>
              <a:ext cx="104775" cy="128588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69" name="Freeform 43"/>
            <p:cNvSpPr>
              <a:spLocks noEditPoints="1"/>
            </p:cNvSpPr>
            <p:nvPr userDrawn="1"/>
          </p:nvSpPr>
          <p:spPr bwMode="auto">
            <a:xfrm>
              <a:off x="10296526" y="5884863"/>
              <a:ext cx="92075" cy="122238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0" name="Freeform 44"/>
            <p:cNvSpPr>
              <a:spLocks/>
            </p:cNvSpPr>
            <p:nvPr userDrawn="1"/>
          </p:nvSpPr>
          <p:spPr bwMode="auto">
            <a:xfrm>
              <a:off x="10448926" y="5881688"/>
              <a:ext cx="85725" cy="128588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1" name="Freeform 45"/>
            <p:cNvSpPr>
              <a:spLocks/>
            </p:cNvSpPr>
            <p:nvPr userDrawn="1"/>
          </p:nvSpPr>
          <p:spPr bwMode="auto">
            <a:xfrm>
              <a:off x="10552113" y="5884863"/>
              <a:ext cx="92075" cy="122238"/>
            </a:xfrm>
            <a:custGeom>
              <a:avLst/>
              <a:gdLst>
                <a:gd name="T0" fmla="*/ 0 w 58"/>
                <a:gd name="T1" fmla="*/ 77 h 77"/>
                <a:gd name="T2" fmla="*/ 0 w 58"/>
                <a:gd name="T3" fmla="*/ 0 h 77"/>
                <a:gd name="T4" fmla="*/ 17 w 58"/>
                <a:gd name="T5" fmla="*/ 0 h 77"/>
                <a:gd name="T6" fmla="*/ 17 w 58"/>
                <a:gd name="T7" fmla="*/ 29 h 77"/>
                <a:gd name="T8" fmla="*/ 41 w 58"/>
                <a:gd name="T9" fmla="*/ 29 h 77"/>
                <a:gd name="T10" fmla="*/ 41 w 58"/>
                <a:gd name="T11" fmla="*/ 0 h 77"/>
                <a:gd name="T12" fmla="*/ 58 w 58"/>
                <a:gd name="T13" fmla="*/ 0 h 77"/>
                <a:gd name="T14" fmla="*/ 58 w 58"/>
                <a:gd name="T15" fmla="*/ 77 h 77"/>
                <a:gd name="T16" fmla="*/ 41 w 58"/>
                <a:gd name="T17" fmla="*/ 77 h 77"/>
                <a:gd name="T18" fmla="*/ 41 w 58"/>
                <a:gd name="T19" fmla="*/ 43 h 77"/>
                <a:gd name="T20" fmla="*/ 17 w 58"/>
                <a:gd name="T21" fmla="*/ 43 h 77"/>
                <a:gd name="T22" fmla="*/ 17 w 58"/>
                <a:gd name="T23" fmla="*/ 77 h 77"/>
                <a:gd name="T24" fmla="*/ 0 w 58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" h="77">
                  <a:moveTo>
                    <a:pt x="0" y="77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29"/>
                  </a:lnTo>
                  <a:lnTo>
                    <a:pt x="41" y="29"/>
                  </a:lnTo>
                  <a:lnTo>
                    <a:pt x="41" y="0"/>
                  </a:lnTo>
                  <a:lnTo>
                    <a:pt x="58" y="0"/>
                  </a:lnTo>
                  <a:lnTo>
                    <a:pt x="58" y="77"/>
                  </a:lnTo>
                  <a:lnTo>
                    <a:pt x="41" y="77"/>
                  </a:lnTo>
                  <a:lnTo>
                    <a:pt x="41" y="43"/>
                  </a:lnTo>
                  <a:lnTo>
                    <a:pt x="17" y="43"/>
                  </a:lnTo>
                  <a:lnTo>
                    <a:pt x="17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2" name="Freeform 46"/>
            <p:cNvSpPr>
              <a:spLocks noEditPoints="1"/>
            </p:cNvSpPr>
            <p:nvPr userDrawn="1"/>
          </p:nvSpPr>
          <p:spPr bwMode="auto">
            <a:xfrm>
              <a:off x="10656888" y="5884863"/>
              <a:ext cx="104775" cy="122238"/>
            </a:xfrm>
            <a:custGeom>
              <a:avLst/>
              <a:gdLst>
                <a:gd name="T0" fmla="*/ 25 w 66"/>
                <a:gd name="T1" fmla="*/ 0 h 77"/>
                <a:gd name="T2" fmla="*/ 42 w 66"/>
                <a:gd name="T3" fmla="*/ 0 h 77"/>
                <a:gd name="T4" fmla="*/ 66 w 66"/>
                <a:gd name="T5" fmla="*/ 77 h 77"/>
                <a:gd name="T6" fmla="*/ 49 w 66"/>
                <a:gd name="T7" fmla="*/ 77 h 77"/>
                <a:gd name="T8" fmla="*/ 44 w 66"/>
                <a:gd name="T9" fmla="*/ 60 h 77"/>
                <a:gd name="T10" fmla="*/ 22 w 66"/>
                <a:gd name="T11" fmla="*/ 60 h 77"/>
                <a:gd name="T12" fmla="*/ 18 w 66"/>
                <a:gd name="T13" fmla="*/ 77 h 77"/>
                <a:gd name="T14" fmla="*/ 0 w 66"/>
                <a:gd name="T15" fmla="*/ 77 h 77"/>
                <a:gd name="T16" fmla="*/ 25 w 66"/>
                <a:gd name="T17" fmla="*/ 0 h 77"/>
                <a:gd name="T18" fmla="*/ 26 w 66"/>
                <a:gd name="T19" fmla="*/ 47 h 77"/>
                <a:gd name="T20" fmla="*/ 41 w 66"/>
                <a:gd name="T21" fmla="*/ 47 h 77"/>
                <a:gd name="T22" fmla="*/ 33 w 66"/>
                <a:gd name="T23" fmla="*/ 21 h 77"/>
                <a:gd name="T24" fmla="*/ 26 w 66"/>
                <a:gd name="T25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77">
                  <a:moveTo>
                    <a:pt x="25" y="0"/>
                  </a:moveTo>
                  <a:lnTo>
                    <a:pt x="42" y="0"/>
                  </a:lnTo>
                  <a:lnTo>
                    <a:pt x="66" y="77"/>
                  </a:lnTo>
                  <a:lnTo>
                    <a:pt x="49" y="77"/>
                  </a:lnTo>
                  <a:lnTo>
                    <a:pt x="44" y="60"/>
                  </a:lnTo>
                  <a:lnTo>
                    <a:pt x="22" y="60"/>
                  </a:lnTo>
                  <a:lnTo>
                    <a:pt x="18" y="77"/>
                  </a:lnTo>
                  <a:lnTo>
                    <a:pt x="0" y="77"/>
                  </a:lnTo>
                  <a:lnTo>
                    <a:pt x="25" y="0"/>
                  </a:lnTo>
                  <a:close/>
                  <a:moveTo>
                    <a:pt x="26" y="47"/>
                  </a:moveTo>
                  <a:lnTo>
                    <a:pt x="41" y="47"/>
                  </a:lnTo>
                  <a:lnTo>
                    <a:pt x="33" y="21"/>
                  </a:lnTo>
                  <a:lnTo>
                    <a:pt x="26" y="4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3" name="Freeform 47"/>
            <p:cNvSpPr>
              <a:spLocks noEditPoints="1"/>
            </p:cNvSpPr>
            <p:nvPr userDrawn="1"/>
          </p:nvSpPr>
          <p:spPr bwMode="auto">
            <a:xfrm>
              <a:off x="10775951" y="5884863"/>
              <a:ext cx="90488" cy="122238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4" name="Freeform 48"/>
            <p:cNvSpPr>
              <a:spLocks/>
            </p:cNvSpPr>
            <p:nvPr userDrawn="1"/>
          </p:nvSpPr>
          <p:spPr bwMode="auto">
            <a:xfrm>
              <a:off x="10887076" y="5884863"/>
              <a:ext cx="25400" cy="122238"/>
            </a:xfrm>
            <a:custGeom>
              <a:avLst/>
              <a:gdLst>
                <a:gd name="T0" fmla="*/ 0 w 16"/>
                <a:gd name="T1" fmla="*/ 77 h 77"/>
                <a:gd name="T2" fmla="*/ 0 w 16"/>
                <a:gd name="T3" fmla="*/ 0 h 77"/>
                <a:gd name="T4" fmla="*/ 8 w 16"/>
                <a:gd name="T5" fmla="*/ 0 h 77"/>
                <a:gd name="T6" fmla="*/ 16 w 16"/>
                <a:gd name="T7" fmla="*/ 0 h 77"/>
                <a:gd name="T8" fmla="*/ 16 w 16"/>
                <a:gd name="T9" fmla="*/ 77 h 77"/>
                <a:gd name="T10" fmla="*/ 0 w 16"/>
                <a:gd name="T1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77">
                  <a:moveTo>
                    <a:pt x="0" y="77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5" name="Freeform 49"/>
            <p:cNvSpPr>
              <a:spLocks/>
            </p:cNvSpPr>
            <p:nvPr userDrawn="1"/>
          </p:nvSpPr>
          <p:spPr bwMode="auto">
            <a:xfrm>
              <a:off x="10936288" y="5884863"/>
              <a:ext cx="90488" cy="122238"/>
            </a:xfrm>
            <a:custGeom>
              <a:avLst/>
              <a:gdLst>
                <a:gd name="T0" fmla="*/ 0 w 57"/>
                <a:gd name="T1" fmla="*/ 77 h 77"/>
                <a:gd name="T2" fmla="*/ 0 w 57"/>
                <a:gd name="T3" fmla="*/ 0 h 77"/>
                <a:gd name="T4" fmla="*/ 17 w 57"/>
                <a:gd name="T5" fmla="*/ 0 h 77"/>
                <a:gd name="T6" fmla="*/ 41 w 57"/>
                <a:gd name="T7" fmla="*/ 50 h 77"/>
                <a:gd name="T8" fmla="*/ 41 w 57"/>
                <a:gd name="T9" fmla="*/ 0 h 77"/>
                <a:gd name="T10" fmla="*/ 57 w 57"/>
                <a:gd name="T11" fmla="*/ 0 h 77"/>
                <a:gd name="T12" fmla="*/ 57 w 57"/>
                <a:gd name="T13" fmla="*/ 77 h 77"/>
                <a:gd name="T14" fmla="*/ 41 w 57"/>
                <a:gd name="T15" fmla="*/ 77 h 77"/>
                <a:gd name="T16" fmla="*/ 16 w 57"/>
                <a:gd name="T17" fmla="*/ 27 h 77"/>
                <a:gd name="T18" fmla="*/ 16 w 57"/>
                <a:gd name="T19" fmla="*/ 77 h 77"/>
                <a:gd name="T20" fmla="*/ 0 w 57"/>
                <a:gd name="T2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77">
                  <a:moveTo>
                    <a:pt x="0" y="77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41" y="50"/>
                  </a:lnTo>
                  <a:lnTo>
                    <a:pt x="41" y="0"/>
                  </a:lnTo>
                  <a:lnTo>
                    <a:pt x="57" y="0"/>
                  </a:lnTo>
                  <a:lnTo>
                    <a:pt x="57" y="77"/>
                  </a:lnTo>
                  <a:lnTo>
                    <a:pt x="41" y="77"/>
                  </a:lnTo>
                  <a:lnTo>
                    <a:pt x="16" y="27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6" name="Freeform 50"/>
            <p:cNvSpPr>
              <a:spLocks/>
            </p:cNvSpPr>
            <p:nvPr userDrawn="1"/>
          </p:nvSpPr>
          <p:spPr bwMode="auto">
            <a:xfrm>
              <a:off x="11045826" y="5881688"/>
              <a:ext cx="100013" cy="128588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45077" name="Freeform 51"/>
            <p:cNvSpPr>
              <a:spLocks/>
            </p:cNvSpPr>
            <p:nvPr userDrawn="1"/>
          </p:nvSpPr>
          <p:spPr bwMode="auto">
            <a:xfrm>
              <a:off x="11169651" y="5981700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17 w 17"/>
                <a:gd name="T3" fmla="*/ 16 h 16"/>
                <a:gd name="T4" fmla="*/ 0 w 17"/>
                <a:gd name="T5" fmla="*/ 16 h 16"/>
                <a:gd name="T6" fmla="*/ 0 w 17"/>
                <a:gd name="T7" fmla="*/ 0 h 16"/>
                <a:gd name="T8" fmla="*/ 9 w 17"/>
                <a:gd name="T9" fmla="*/ 0 h 16"/>
                <a:gd name="T10" fmla="*/ 17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9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8931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658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fik 11" descr="TKOM_39L_Grillen_7475.jpg"/>
          <p:cNvPicPr>
            <a:picLocks noChangeAspect="1"/>
          </p:cNvPicPr>
          <p:nvPr userDrawn="1"/>
        </p:nvPicPr>
        <p:blipFill>
          <a:blip r:embed="rId5"/>
          <a:srcRect b="58195"/>
          <a:stretch>
            <a:fillRect/>
          </a:stretch>
        </p:blipFill>
        <p:spPr bwMode="hidden">
          <a:xfrm>
            <a:off x="323849" y="324000"/>
            <a:ext cx="10872000" cy="3032196"/>
          </a:xfrm>
          <a:prstGeom prst="rect">
            <a:avLst/>
          </a:prstGeom>
        </p:spPr>
      </p:pic>
      <p:pic>
        <p:nvPicPr>
          <p:cNvPr id="10" name="Picture 27" descr="magenta_flaeche_70"/>
          <p:cNvPicPr>
            <a:picLocks noChangeArrowheads="1"/>
          </p:cNvPicPr>
          <p:nvPr userDrawn="1"/>
        </p:nvPicPr>
        <p:blipFill>
          <a:blip r:embed="rId6" cstate="print"/>
          <a:srcRect r="11" b="-468"/>
          <a:stretch>
            <a:fillRect/>
          </a:stretch>
        </p:blipFill>
        <p:spPr bwMode="ltGray">
          <a:xfrm>
            <a:off x="323850" y="2897408"/>
            <a:ext cx="10872000" cy="458788"/>
          </a:xfrm>
          <a:prstGeom prst="rect">
            <a:avLst/>
          </a:prstGeom>
          <a:noFill/>
        </p:spPr>
      </p:pic>
      <p:sp>
        <p:nvSpPr>
          <p:cNvPr id="45058" name="Titelplatzhalter 1"/>
          <p:cNvSpPr>
            <a:spLocks noGrp="1"/>
          </p:cNvSpPr>
          <p:nvPr userDrawn="1">
            <p:ph type="ctrTitle" hasCustomPrompt="1"/>
          </p:nvPr>
        </p:nvSpPr>
        <p:spPr bwMode="ltGray">
          <a:xfrm>
            <a:off x="323850" y="3203795"/>
            <a:ext cx="10872000" cy="1980980"/>
          </a:xfrm>
          <a:solidFill>
            <a:schemeClr val="tx2"/>
          </a:solidFill>
        </p:spPr>
        <p:txBody>
          <a:bodyPr lIns="143990">
            <a:noAutofit/>
          </a:bodyPr>
          <a:lstStyle>
            <a:lvl1pPr>
              <a:defRPr sz="4000" smtClean="0">
                <a:solidFill>
                  <a:schemeClr val="bg1"/>
                </a:solidFill>
                <a:latin typeface="TeleGrotesk Next Ultra" pitchFamily="2" charset="0"/>
                <a:cs typeface="TeleGrotesk Next Ultra" pitchFamily="2" charset="0"/>
                <a:sym typeface="TeleGrotesk Next Ultra" pitchFamily="2" charset="0"/>
              </a:defRPr>
            </a:lvl1pPr>
          </a:lstStyle>
          <a:p>
            <a:r>
              <a:rPr lang="en-US" err="1"/>
              <a:t>TeleGrotesk</a:t>
            </a:r>
            <a:r>
              <a:rPr lang="en-US"/>
              <a:t> next Ultra </a:t>
            </a:r>
            <a:br>
              <a:rPr lang="en-US"/>
            </a:br>
            <a:r>
              <a:rPr lang="en-US"/>
              <a:t>(40)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45059" name="Textplatzhalter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323850" y="4536000"/>
            <a:ext cx="10869614" cy="369332"/>
          </a:xfrm>
        </p:spPr>
        <p:txBody>
          <a:bodyPr lIns="143990">
            <a:spAutoFit/>
          </a:bodyPr>
          <a:lstStyle>
            <a:lvl1pPr marL="0" marR="0" indent="0" algn="l" defTabSz="57622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2400" b="0" smtClean="0">
                <a:solidFill>
                  <a:schemeClr val="bg1"/>
                </a:solidFill>
                <a:latin typeface="TeleGrotesk Next" pitchFamily="2" charset="0"/>
                <a:sym typeface="TeleGrotesk Next" pitchFamily="2" charset="0"/>
              </a:defRPr>
            </a:lvl1pPr>
          </a:lstStyle>
          <a:p>
            <a:r>
              <a:rPr lang="en-US"/>
              <a:t>Sub-heading: </a:t>
            </a:r>
            <a:r>
              <a:rPr lang="en-US" err="1"/>
              <a:t>TeleGrotesk</a:t>
            </a:r>
            <a:r>
              <a:rPr lang="en-US"/>
              <a:t> Next 24 </a:t>
            </a:r>
            <a:r>
              <a:rPr lang="en-US" err="1"/>
              <a:t>pt</a:t>
            </a:r>
            <a:endParaRPr lang="en-US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323850" y="5673725"/>
            <a:ext cx="987425" cy="485775"/>
            <a:chOff x="323850" y="5673725"/>
            <a:chExt cx="987425" cy="485775"/>
          </a:xfrm>
        </p:grpSpPr>
        <p:sp>
          <p:nvSpPr>
            <p:cNvPr id="13" name="Freeform 5"/>
            <p:cNvSpPr>
              <a:spLocks/>
            </p:cNvSpPr>
            <p:nvPr userDrawn="1"/>
          </p:nvSpPr>
          <p:spPr bwMode="auto">
            <a:xfrm>
              <a:off x="323850" y="5897563"/>
              <a:ext cx="98425" cy="96838"/>
            </a:xfrm>
            <a:custGeom>
              <a:avLst/>
              <a:gdLst>
                <a:gd name="T0" fmla="*/ 0 w 62"/>
                <a:gd name="T1" fmla="*/ 61 h 61"/>
                <a:gd name="T2" fmla="*/ 0 w 62"/>
                <a:gd name="T3" fmla="*/ 0 h 61"/>
                <a:gd name="T4" fmla="*/ 33 w 62"/>
                <a:gd name="T5" fmla="*/ 0 h 61"/>
                <a:gd name="T6" fmla="*/ 62 w 62"/>
                <a:gd name="T7" fmla="*/ 0 h 61"/>
                <a:gd name="T8" fmla="*/ 62 w 62"/>
                <a:gd name="T9" fmla="*/ 61 h 61"/>
                <a:gd name="T10" fmla="*/ 0 w 6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1">
                  <a:moveTo>
                    <a:pt x="0" y="61"/>
                  </a:moveTo>
                  <a:lnTo>
                    <a:pt x="0" y="0"/>
                  </a:lnTo>
                  <a:lnTo>
                    <a:pt x="33" y="0"/>
                  </a:lnTo>
                  <a:lnTo>
                    <a:pt x="62" y="0"/>
                  </a:lnTo>
                  <a:lnTo>
                    <a:pt x="62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4" name="Freeform 6"/>
            <p:cNvSpPr>
              <a:spLocks/>
            </p:cNvSpPr>
            <p:nvPr userDrawn="1"/>
          </p:nvSpPr>
          <p:spPr bwMode="auto">
            <a:xfrm>
              <a:off x="623888" y="5897563"/>
              <a:ext cx="98425" cy="96838"/>
            </a:xfrm>
            <a:custGeom>
              <a:avLst/>
              <a:gdLst>
                <a:gd name="T0" fmla="*/ 0 w 62"/>
                <a:gd name="T1" fmla="*/ 61 h 61"/>
                <a:gd name="T2" fmla="*/ 0 w 62"/>
                <a:gd name="T3" fmla="*/ 0 h 61"/>
                <a:gd name="T4" fmla="*/ 30 w 62"/>
                <a:gd name="T5" fmla="*/ 0 h 61"/>
                <a:gd name="T6" fmla="*/ 62 w 62"/>
                <a:gd name="T7" fmla="*/ 0 h 61"/>
                <a:gd name="T8" fmla="*/ 62 w 62"/>
                <a:gd name="T9" fmla="*/ 61 h 61"/>
                <a:gd name="T10" fmla="*/ 0 w 6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1">
                  <a:moveTo>
                    <a:pt x="0" y="61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62" y="0"/>
                  </a:lnTo>
                  <a:lnTo>
                    <a:pt x="62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5" name="Freeform 7"/>
            <p:cNvSpPr>
              <a:spLocks/>
            </p:cNvSpPr>
            <p:nvPr userDrawn="1"/>
          </p:nvSpPr>
          <p:spPr bwMode="auto">
            <a:xfrm>
              <a:off x="919163" y="5897563"/>
              <a:ext cx="96838" cy="96838"/>
            </a:xfrm>
            <a:custGeom>
              <a:avLst/>
              <a:gdLst>
                <a:gd name="T0" fmla="*/ 0 w 61"/>
                <a:gd name="T1" fmla="*/ 61 h 61"/>
                <a:gd name="T2" fmla="*/ 0 w 61"/>
                <a:gd name="T3" fmla="*/ 0 h 61"/>
                <a:gd name="T4" fmla="*/ 31 w 61"/>
                <a:gd name="T5" fmla="*/ 0 h 61"/>
                <a:gd name="T6" fmla="*/ 61 w 61"/>
                <a:gd name="T7" fmla="*/ 0 h 61"/>
                <a:gd name="T8" fmla="*/ 61 w 61"/>
                <a:gd name="T9" fmla="*/ 61 h 61"/>
                <a:gd name="T10" fmla="*/ 0 w 61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61">
                  <a:moveTo>
                    <a:pt x="0" y="61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61" y="0"/>
                  </a:lnTo>
                  <a:lnTo>
                    <a:pt x="61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6" name="Freeform 8"/>
            <p:cNvSpPr>
              <a:spLocks/>
            </p:cNvSpPr>
            <p:nvPr userDrawn="1"/>
          </p:nvSpPr>
          <p:spPr bwMode="auto">
            <a:xfrm>
              <a:off x="1212850" y="5897563"/>
              <a:ext cx="98425" cy="96838"/>
            </a:xfrm>
            <a:custGeom>
              <a:avLst/>
              <a:gdLst>
                <a:gd name="T0" fmla="*/ 0 w 62"/>
                <a:gd name="T1" fmla="*/ 61 h 61"/>
                <a:gd name="T2" fmla="*/ 0 w 62"/>
                <a:gd name="T3" fmla="*/ 0 h 61"/>
                <a:gd name="T4" fmla="*/ 30 w 62"/>
                <a:gd name="T5" fmla="*/ 0 h 61"/>
                <a:gd name="T6" fmla="*/ 62 w 62"/>
                <a:gd name="T7" fmla="*/ 0 h 61"/>
                <a:gd name="T8" fmla="*/ 62 w 62"/>
                <a:gd name="T9" fmla="*/ 61 h 61"/>
                <a:gd name="T10" fmla="*/ 0 w 6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1">
                  <a:moveTo>
                    <a:pt x="0" y="61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62" y="0"/>
                  </a:lnTo>
                  <a:lnTo>
                    <a:pt x="62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17" name="Freeform 9"/>
            <p:cNvSpPr>
              <a:spLocks/>
            </p:cNvSpPr>
            <p:nvPr userDrawn="1"/>
          </p:nvSpPr>
          <p:spPr bwMode="auto">
            <a:xfrm>
              <a:off x="323850" y="5673725"/>
              <a:ext cx="398463" cy="485775"/>
            </a:xfrm>
            <a:custGeom>
              <a:avLst/>
              <a:gdLst>
                <a:gd name="T0" fmla="*/ 402 w 407"/>
                <a:gd name="T1" fmla="*/ 0 h 496"/>
                <a:gd name="T2" fmla="*/ 5 w 407"/>
                <a:gd name="T3" fmla="*/ 0 h 496"/>
                <a:gd name="T4" fmla="*/ 0 w 407"/>
                <a:gd name="T5" fmla="*/ 175 h 496"/>
                <a:gd name="T6" fmla="*/ 26 w 407"/>
                <a:gd name="T7" fmla="*/ 179 h 496"/>
                <a:gd name="T8" fmla="*/ 67 w 407"/>
                <a:gd name="T9" fmla="*/ 64 h 496"/>
                <a:gd name="T10" fmla="*/ 164 w 407"/>
                <a:gd name="T11" fmla="*/ 23 h 496"/>
                <a:gd name="T12" fmla="*/ 164 w 407"/>
                <a:gd name="T13" fmla="*/ 390 h 496"/>
                <a:gd name="T14" fmla="*/ 150 w 407"/>
                <a:gd name="T15" fmla="*/ 452 h 496"/>
                <a:gd name="T16" fmla="*/ 110 w 407"/>
                <a:gd name="T17" fmla="*/ 467 h 496"/>
                <a:gd name="T18" fmla="*/ 81 w 407"/>
                <a:gd name="T19" fmla="*/ 468 h 496"/>
                <a:gd name="T20" fmla="*/ 81 w 407"/>
                <a:gd name="T21" fmla="*/ 496 h 496"/>
                <a:gd name="T22" fmla="*/ 326 w 407"/>
                <a:gd name="T23" fmla="*/ 496 h 496"/>
                <a:gd name="T24" fmla="*/ 326 w 407"/>
                <a:gd name="T25" fmla="*/ 468 h 496"/>
                <a:gd name="T26" fmla="*/ 297 w 407"/>
                <a:gd name="T27" fmla="*/ 467 h 496"/>
                <a:gd name="T28" fmla="*/ 257 w 407"/>
                <a:gd name="T29" fmla="*/ 452 h 496"/>
                <a:gd name="T30" fmla="*/ 243 w 407"/>
                <a:gd name="T31" fmla="*/ 390 h 496"/>
                <a:gd name="T32" fmla="*/ 243 w 407"/>
                <a:gd name="T33" fmla="*/ 23 h 496"/>
                <a:gd name="T34" fmla="*/ 340 w 407"/>
                <a:gd name="T35" fmla="*/ 64 h 496"/>
                <a:gd name="T36" fmla="*/ 381 w 407"/>
                <a:gd name="T37" fmla="*/ 179 h 496"/>
                <a:gd name="T38" fmla="*/ 407 w 407"/>
                <a:gd name="T39" fmla="*/ 175 h 496"/>
                <a:gd name="T40" fmla="*/ 402 w 407"/>
                <a:gd name="T41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7" h="496">
                  <a:moveTo>
                    <a:pt x="402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31" y="128"/>
                    <a:pt x="45" y="89"/>
                    <a:pt x="67" y="64"/>
                  </a:cubicBezTo>
                  <a:cubicBezTo>
                    <a:pt x="90" y="38"/>
                    <a:pt x="122" y="25"/>
                    <a:pt x="164" y="23"/>
                  </a:cubicBezTo>
                  <a:cubicBezTo>
                    <a:pt x="164" y="390"/>
                    <a:pt x="164" y="390"/>
                    <a:pt x="164" y="390"/>
                  </a:cubicBezTo>
                  <a:cubicBezTo>
                    <a:pt x="164" y="422"/>
                    <a:pt x="159" y="442"/>
                    <a:pt x="150" y="452"/>
                  </a:cubicBezTo>
                  <a:cubicBezTo>
                    <a:pt x="142" y="460"/>
                    <a:pt x="129" y="465"/>
                    <a:pt x="110" y="467"/>
                  </a:cubicBezTo>
                  <a:cubicBezTo>
                    <a:pt x="104" y="467"/>
                    <a:pt x="95" y="468"/>
                    <a:pt x="81" y="468"/>
                  </a:cubicBezTo>
                  <a:cubicBezTo>
                    <a:pt x="81" y="496"/>
                    <a:pt x="81" y="496"/>
                    <a:pt x="81" y="496"/>
                  </a:cubicBezTo>
                  <a:cubicBezTo>
                    <a:pt x="326" y="496"/>
                    <a:pt x="326" y="496"/>
                    <a:pt x="326" y="496"/>
                  </a:cubicBezTo>
                  <a:cubicBezTo>
                    <a:pt x="326" y="468"/>
                    <a:pt x="326" y="468"/>
                    <a:pt x="326" y="468"/>
                  </a:cubicBezTo>
                  <a:cubicBezTo>
                    <a:pt x="312" y="468"/>
                    <a:pt x="303" y="467"/>
                    <a:pt x="297" y="467"/>
                  </a:cubicBezTo>
                  <a:cubicBezTo>
                    <a:pt x="278" y="465"/>
                    <a:pt x="265" y="460"/>
                    <a:pt x="257" y="452"/>
                  </a:cubicBezTo>
                  <a:cubicBezTo>
                    <a:pt x="248" y="442"/>
                    <a:pt x="243" y="422"/>
                    <a:pt x="243" y="390"/>
                  </a:cubicBezTo>
                  <a:cubicBezTo>
                    <a:pt x="243" y="23"/>
                    <a:pt x="243" y="23"/>
                    <a:pt x="243" y="23"/>
                  </a:cubicBezTo>
                  <a:cubicBezTo>
                    <a:pt x="284" y="25"/>
                    <a:pt x="317" y="38"/>
                    <a:pt x="340" y="64"/>
                  </a:cubicBezTo>
                  <a:cubicBezTo>
                    <a:pt x="362" y="89"/>
                    <a:pt x="376" y="128"/>
                    <a:pt x="381" y="179"/>
                  </a:cubicBezTo>
                  <a:cubicBezTo>
                    <a:pt x="407" y="175"/>
                    <a:pt x="407" y="175"/>
                    <a:pt x="407" y="175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  <p:grpSp>
        <p:nvGrpSpPr>
          <p:cNvPr id="18" name="Gruppieren 17"/>
          <p:cNvGrpSpPr/>
          <p:nvPr userDrawn="1"/>
        </p:nvGrpSpPr>
        <p:grpSpPr>
          <a:xfrm>
            <a:off x="9517063" y="5881688"/>
            <a:ext cx="1679576" cy="128588"/>
            <a:chOff x="9517063" y="5881688"/>
            <a:chExt cx="1679576" cy="128588"/>
          </a:xfrm>
        </p:grpSpPr>
        <p:sp>
          <p:nvSpPr>
            <p:cNvPr id="19" name="Freeform 35"/>
            <p:cNvSpPr>
              <a:spLocks/>
            </p:cNvSpPr>
            <p:nvPr userDrawn="1"/>
          </p:nvSpPr>
          <p:spPr bwMode="auto">
            <a:xfrm>
              <a:off x="9517063" y="5884863"/>
              <a:ext cx="76200" cy="122238"/>
            </a:xfrm>
            <a:custGeom>
              <a:avLst/>
              <a:gdLst>
                <a:gd name="T0" fmla="*/ 0 w 48"/>
                <a:gd name="T1" fmla="*/ 77 h 77"/>
                <a:gd name="T2" fmla="*/ 0 w 48"/>
                <a:gd name="T3" fmla="*/ 0 h 77"/>
                <a:gd name="T4" fmla="*/ 17 w 48"/>
                <a:gd name="T5" fmla="*/ 0 h 77"/>
                <a:gd name="T6" fmla="*/ 17 w 48"/>
                <a:gd name="T7" fmla="*/ 63 h 77"/>
                <a:gd name="T8" fmla="*/ 48 w 48"/>
                <a:gd name="T9" fmla="*/ 63 h 77"/>
                <a:gd name="T10" fmla="*/ 48 w 48"/>
                <a:gd name="T11" fmla="*/ 77 h 77"/>
                <a:gd name="T12" fmla="*/ 0 w 48"/>
                <a:gd name="T1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7">
                  <a:moveTo>
                    <a:pt x="0" y="77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63"/>
                  </a:lnTo>
                  <a:lnTo>
                    <a:pt x="48" y="63"/>
                  </a:lnTo>
                  <a:lnTo>
                    <a:pt x="48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0" name="Freeform 36"/>
            <p:cNvSpPr>
              <a:spLocks/>
            </p:cNvSpPr>
            <p:nvPr userDrawn="1"/>
          </p:nvSpPr>
          <p:spPr bwMode="auto">
            <a:xfrm>
              <a:off x="9609138" y="5884863"/>
              <a:ext cx="25400" cy="122238"/>
            </a:xfrm>
            <a:custGeom>
              <a:avLst/>
              <a:gdLst>
                <a:gd name="T0" fmla="*/ 0 w 16"/>
                <a:gd name="T1" fmla="*/ 77 h 77"/>
                <a:gd name="T2" fmla="*/ 0 w 16"/>
                <a:gd name="T3" fmla="*/ 0 h 77"/>
                <a:gd name="T4" fmla="*/ 8 w 16"/>
                <a:gd name="T5" fmla="*/ 0 h 77"/>
                <a:gd name="T6" fmla="*/ 16 w 16"/>
                <a:gd name="T7" fmla="*/ 0 h 77"/>
                <a:gd name="T8" fmla="*/ 16 w 16"/>
                <a:gd name="T9" fmla="*/ 77 h 77"/>
                <a:gd name="T10" fmla="*/ 0 w 16"/>
                <a:gd name="T1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77">
                  <a:moveTo>
                    <a:pt x="0" y="77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1" name="Freeform 37"/>
            <p:cNvSpPr>
              <a:spLocks/>
            </p:cNvSpPr>
            <p:nvPr userDrawn="1"/>
          </p:nvSpPr>
          <p:spPr bwMode="auto">
            <a:xfrm>
              <a:off x="9658351" y="5884863"/>
              <a:ext cx="74613" cy="122238"/>
            </a:xfrm>
            <a:custGeom>
              <a:avLst/>
              <a:gdLst>
                <a:gd name="T0" fmla="*/ 0 w 47"/>
                <a:gd name="T1" fmla="*/ 77 h 77"/>
                <a:gd name="T2" fmla="*/ 0 w 47"/>
                <a:gd name="T3" fmla="*/ 0 h 77"/>
                <a:gd name="T4" fmla="*/ 47 w 47"/>
                <a:gd name="T5" fmla="*/ 0 h 77"/>
                <a:gd name="T6" fmla="*/ 47 w 47"/>
                <a:gd name="T7" fmla="*/ 14 h 77"/>
                <a:gd name="T8" fmla="*/ 17 w 47"/>
                <a:gd name="T9" fmla="*/ 14 h 77"/>
                <a:gd name="T10" fmla="*/ 17 w 47"/>
                <a:gd name="T11" fmla="*/ 32 h 77"/>
                <a:gd name="T12" fmla="*/ 43 w 47"/>
                <a:gd name="T13" fmla="*/ 32 h 77"/>
                <a:gd name="T14" fmla="*/ 43 w 47"/>
                <a:gd name="T15" fmla="*/ 45 h 77"/>
                <a:gd name="T16" fmla="*/ 17 w 47"/>
                <a:gd name="T17" fmla="*/ 45 h 77"/>
                <a:gd name="T18" fmla="*/ 17 w 47"/>
                <a:gd name="T19" fmla="*/ 77 h 77"/>
                <a:gd name="T20" fmla="*/ 0 w 47"/>
                <a:gd name="T2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77">
                  <a:moveTo>
                    <a:pt x="0" y="77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14"/>
                  </a:lnTo>
                  <a:lnTo>
                    <a:pt x="17" y="14"/>
                  </a:lnTo>
                  <a:lnTo>
                    <a:pt x="17" y="32"/>
                  </a:lnTo>
                  <a:lnTo>
                    <a:pt x="43" y="32"/>
                  </a:lnTo>
                  <a:lnTo>
                    <a:pt x="43" y="45"/>
                  </a:lnTo>
                  <a:lnTo>
                    <a:pt x="17" y="45"/>
                  </a:lnTo>
                  <a:lnTo>
                    <a:pt x="17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2" name="Freeform 38"/>
            <p:cNvSpPr>
              <a:spLocks/>
            </p:cNvSpPr>
            <p:nvPr userDrawn="1"/>
          </p:nvSpPr>
          <p:spPr bwMode="auto">
            <a:xfrm>
              <a:off x="9748838" y="5884863"/>
              <a:ext cx="79375" cy="122238"/>
            </a:xfrm>
            <a:custGeom>
              <a:avLst/>
              <a:gdLst>
                <a:gd name="T0" fmla="*/ 0 w 50"/>
                <a:gd name="T1" fmla="*/ 77 h 77"/>
                <a:gd name="T2" fmla="*/ 0 w 50"/>
                <a:gd name="T3" fmla="*/ 0 h 77"/>
                <a:gd name="T4" fmla="*/ 50 w 50"/>
                <a:gd name="T5" fmla="*/ 0 h 77"/>
                <a:gd name="T6" fmla="*/ 50 w 50"/>
                <a:gd name="T7" fmla="*/ 14 h 77"/>
                <a:gd name="T8" fmla="*/ 17 w 50"/>
                <a:gd name="T9" fmla="*/ 14 h 77"/>
                <a:gd name="T10" fmla="*/ 17 w 50"/>
                <a:gd name="T11" fmla="*/ 31 h 77"/>
                <a:gd name="T12" fmla="*/ 47 w 50"/>
                <a:gd name="T13" fmla="*/ 31 h 77"/>
                <a:gd name="T14" fmla="*/ 47 w 50"/>
                <a:gd name="T15" fmla="*/ 44 h 77"/>
                <a:gd name="T16" fmla="*/ 17 w 50"/>
                <a:gd name="T17" fmla="*/ 44 h 77"/>
                <a:gd name="T18" fmla="*/ 17 w 50"/>
                <a:gd name="T19" fmla="*/ 63 h 77"/>
                <a:gd name="T20" fmla="*/ 50 w 50"/>
                <a:gd name="T21" fmla="*/ 63 h 77"/>
                <a:gd name="T22" fmla="*/ 50 w 50"/>
                <a:gd name="T23" fmla="*/ 77 h 77"/>
                <a:gd name="T24" fmla="*/ 0 w 50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77">
                  <a:moveTo>
                    <a:pt x="0" y="7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4"/>
                  </a:lnTo>
                  <a:lnTo>
                    <a:pt x="17" y="14"/>
                  </a:lnTo>
                  <a:lnTo>
                    <a:pt x="17" y="31"/>
                  </a:lnTo>
                  <a:lnTo>
                    <a:pt x="47" y="31"/>
                  </a:lnTo>
                  <a:lnTo>
                    <a:pt x="47" y="44"/>
                  </a:lnTo>
                  <a:lnTo>
                    <a:pt x="17" y="44"/>
                  </a:lnTo>
                  <a:lnTo>
                    <a:pt x="17" y="63"/>
                  </a:lnTo>
                  <a:lnTo>
                    <a:pt x="50" y="63"/>
                  </a:lnTo>
                  <a:lnTo>
                    <a:pt x="50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3" name="Freeform 39"/>
            <p:cNvSpPr>
              <a:spLocks/>
            </p:cNvSpPr>
            <p:nvPr userDrawn="1"/>
          </p:nvSpPr>
          <p:spPr bwMode="auto">
            <a:xfrm>
              <a:off x="9894888" y="5884863"/>
              <a:ext cx="25400" cy="122238"/>
            </a:xfrm>
            <a:custGeom>
              <a:avLst/>
              <a:gdLst>
                <a:gd name="T0" fmla="*/ 0 w 16"/>
                <a:gd name="T1" fmla="*/ 77 h 77"/>
                <a:gd name="T2" fmla="*/ 0 w 16"/>
                <a:gd name="T3" fmla="*/ 0 h 77"/>
                <a:gd name="T4" fmla="*/ 8 w 16"/>
                <a:gd name="T5" fmla="*/ 0 h 77"/>
                <a:gd name="T6" fmla="*/ 16 w 16"/>
                <a:gd name="T7" fmla="*/ 0 h 77"/>
                <a:gd name="T8" fmla="*/ 16 w 16"/>
                <a:gd name="T9" fmla="*/ 77 h 77"/>
                <a:gd name="T10" fmla="*/ 0 w 16"/>
                <a:gd name="T1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77">
                  <a:moveTo>
                    <a:pt x="0" y="77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4" name="Freeform 40"/>
            <p:cNvSpPr>
              <a:spLocks/>
            </p:cNvSpPr>
            <p:nvPr userDrawn="1"/>
          </p:nvSpPr>
          <p:spPr bwMode="auto">
            <a:xfrm>
              <a:off x="9939338" y="5881688"/>
              <a:ext cx="85725" cy="128588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0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0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1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0 w 88"/>
                <a:gd name="T35" fmla="*/ 22 h 132"/>
                <a:gd name="T36" fmla="*/ 30 w 88"/>
                <a:gd name="T37" fmla="*/ 25 h 132"/>
                <a:gd name="T38" fmla="*/ 26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5 w 88"/>
                <a:gd name="T45" fmla="*/ 66 h 132"/>
                <a:gd name="T46" fmla="*/ 88 w 88"/>
                <a:gd name="T47" fmla="*/ 93 h 132"/>
                <a:gd name="T48" fmla="*/ 76 w 88"/>
                <a:gd name="T49" fmla="*/ 121 h 132"/>
                <a:gd name="T50" fmla="*/ 44 w 88"/>
                <a:gd name="T51" fmla="*/ 132 h 132"/>
                <a:gd name="T52" fmla="*/ 7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0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49" y="110"/>
                    <a:pt x="54" y="109"/>
                    <a:pt x="57" y="105"/>
                  </a:cubicBezTo>
                  <a:cubicBezTo>
                    <a:pt x="59" y="103"/>
                    <a:pt x="60" y="99"/>
                    <a:pt x="60" y="95"/>
                  </a:cubicBezTo>
                  <a:cubicBezTo>
                    <a:pt x="60" y="90"/>
                    <a:pt x="58" y="86"/>
                    <a:pt x="54" y="82"/>
                  </a:cubicBezTo>
                  <a:cubicBezTo>
                    <a:pt x="52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1" y="47"/>
                    <a:pt x="1" y="35"/>
                  </a:cubicBezTo>
                  <a:cubicBezTo>
                    <a:pt x="1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49" y="23"/>
                    <a:pt x="45" y="22"/>
                    <a:pt x="40" y="22"/>
                  </a:cubicBezTo>
                  <a:cubicBezTo>
                    <a:pt x="36" y="22"/>
                    <a:pt x="33" y="23"/>
                    <a:pt x="30" y="25"/>
                  </a:cubicBezTo>
                  <a:cubicBezTo>
                    <a:pt x="28" y="27"/>
                    <a:pt x="26" y="30"/>
                    <a:pt x="26" y="35"/>
                  </a:cubicBezTo>
                  <a:cubicBezTo>
                    <a:pt x="26" y="39"/>
                    <a:pt x="28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1" y="57"/>
                    <a:pt x="70" y="61"/>
                    <a:pt x="75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6" y="121"/>
                  </a:cubicBezTo>
                  <a:cubicBezTo>
                    <a:pt x="68" y="128"/>
                    <a:pt x="57" y="132"/>
                    <a:pt x="44" y="132"/>
                  </a:cubicBezTo>
                  <a:cubicBezTo>
                    <a:pt x="27" y="132"/>
                    <a:pt x="15" y="126"/>
                    <a:pt x="7" y="114"/>
                  </a:cubicBezTo>
                  <a:cubicBezTo>
                    <a:pt x="3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5" name="Freeform 41"/>
            <p:cNvSpPr>
              <a:spLocks/>
            </p:cNvSpPr>
            <p:nvPr userDrawn="1"/>
          </p:nvSpPr>
          <p:spPr bwMode="auto">
            <a:xfrm>
              <a:off x="10088563" y="5884863"/>
              <a:ext cx="74613" cy="122238"/>
            </a:xfrm>
            <a:custGeom>
              <a:avLst/>
              <a:gdLst>
                <a:gd name="T0" fmla="*/ 0 w 47"/>
                <a:gd name="T1" fmla="*/ 77 h 77"/>
                <a:gd name="T2" fmla="*/ 0 w 47"/>
                <a:gd name="T3" fmla="*/ 0 h 77"/>
                <a:gd name="T4" fmla="*/ 47 w 47"/>
                <a:gd name="T5" fmla="*/ 0 h 77"/>
                <a:gd name="T6" fmla="*/ 47 w 47"/>
                <a:gd name="T7" fmla="*/ 14 h 77"/>
                <a:gd name="T8" fmla="*/ 16 w 47"/>
                <a:gd name="T9" fmla="*/ 14 h 77"/>
                <a:gd name="T10" fmla="*/ 16 w 47"/>
                <a:gd name="T11" fmla="*/ 32 h 77"/>
                <a:gd name="T12" fmla="*/ 43 w 47"/>
                <a:gd name="T13" fmla="*/ 32 h 77"/>
                <a:gd name="T14" fmla="*/ 43 w 47"/>
                <a:gd name="T15" fmla="*/ 45 h 77"/>
                <a:gd name="T16" fmla="*/ 16 w 47"/>
                <a:gd name="T17" fmla="*/ 45 h 77"/>
                <a:gd name="T18" fmla="*/ 16 w 47"/>
                <a:gd name="T19" fmla="*/ 77 h 77"/>
                <a:gd name="T20" fmla="*/ 0 w 47"/>
                <a:gd name="T2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77">
                  <a:moveTo>
                    <a:pt x="0" y="77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14"/>
                  </a:lnTo>
                  <a:lnTo>
                    <a:pt x="16" y="14"/>
                  </a:lnTo>
                  <a:lnTo>
                    <a:pt x="16" y="32"/>
                  </a:lnTo>
                  <a:lnTo>
                    <a:pt x="43" y="32"/>
                  </a:lnTo>
                  <a:lnTo>
                    <a:pt x="43" y="45"/>
                  </a:lnTo>
                  <a:lnTo>
                    <a:pt x="16" y="45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6" name="Freeform 42"/>
            <p:cNvSpPr>
              <a:spLocks noEditPoints="1"/>
            </p:cNvSpPr>
            <p:nvPr userDrawn="1"/>
          </p:nvSpPr>
          <p:spPr bwMode="auto">
            <a:xfrm>
              <a:off x="10172701" y="5881688"/>
              <a:ext cx="104775" cy="128588"/>
            </a:xfrm>
            <a:custGeom>
              <a:avLst/>
              <a:gdLst>
                <a:gd name="T0" fmla="*/ 54 w 107"/>
                <a:gd name="T1" fmla="*/ 0 h 132"/>
                <a:gd name="T2" fmla="*/ 90 w 107"/>
                <a:gd name="T3" fmla="*/ 17 h 132"/>
                <a:gd name="T4" fmla="*/ 107 w 107"/>
                <a:gd name="T5" fmla="*/ 66 h 132"/>
                <a:gd name="T6" fmla="*/ 94 w 107"/>
                <a:gd name="T7" fmla="*/ 111 h 132"/>
                <a:gd name="T8" fmla="*/ 76 w 107"/>
                <a:gd name="T9" fmla="*/ 127 h 132"/>
                <a:gd name="T10" fmla="*/ 53 w 107"/>
                <a:gd name="T11" fmla="*/ 132 h 132"/>
                <a:gd name="T12" fmla="*/ 12 w 107"/>
                <a:gd name="T13" fmla="*/ 110 h 132"/>
                <a:gd name="T14" fmla="*/ 0 w 107"/>
                <a:gd name="T15" fmla="*/ 66 h 132"/>
                <a:gd name="T16" fmla="*/ 15 w 107"/>
                <a:gd name="T17" fmla="*/ 17 h 132"/>
                <a:gd name="T18" fmla="*/ 54 w 107"/>
                <a:gd name="T19" fmla="*/ 0 h 132"/>
                <a:gd name="T20" fmla="*/ 53 w 107"/>
                <a:gd name="T21" fmla="*/ 23 h 132"/>
                <a:gd name="T22" fmla="*/ 34 w 107"/>
                <a:gd name="T23" fmla="*/ 35 h 132"/>
                <a:gd name="T24" fmla="*/ 27 w 107"/>
                <a:gd name="T25" fmla="*/ 66 h 132"/>
                <a:gd name="T26" fmla="*/ 34 w 107"/>
                <a:gd name="T27" fmla="*/ 97 h 132"/>
                <a:gd name="T28" fmla="*/ 44 w 107"/>
                <a:gd name="T29" fmla="*/ 106 h 132"/>
                <a:gd name="T30" fmla="*/ 53 w 107"/>
                <a:gd name="T31" fmla="*/ 109 h 132"/>
                <a:gd name="T32" fmla="*/ 67 w 107"/>
                <a:gd name="T33" fmla="*/ 104 h 132"/>
                <a:gd name="T34" fmla="*/ 77 w 107"/>
                <a:gd name="T35" fmla="*/ 87 h 132"/>
                <a:gd name="T36" fmla="*/ 80 w 107"/>
                <a:gd name="T37" fmla="*/ 66 h 132"/>
                <a:gd name="T38" fmla="*/ 73 w 107"/>
                <a:gd name="T39" fmla="*/ 35 h 132"/>
                <a:gd name="T40" fmla="*/ 53 w 107"/>
                <a:gd name="T41" fmla="*/ 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132">
                  <a:moveTo>
                    <a:pt x="54" y="0"/>
                  </a:moveTo>
                  <a:cubicBezTo>
                    <a:pt x="69" y="0"/>
                    <a:pt x="81" y="6"/>
                    <a:pt x="90" y="17"/>
                  </a:cubicBezTo>
                  <a:cubicBezTo>
                    <a:pt x="101" y="29"/>
                    <a:pt x="107" y="45"/>
                    <a:pt x="107" y="66"/>
                  </a:cubicBezTo>
                  <a:cubicBezTo>
                    <a:pt x="107" y="84"/>
                    <a:pt x="103" y="99"/>
                    <a:pt x="94" y="111"/>
                  </a:cubicBezTo>
                  <a:cubicBezTo>
                    <a:pt x="89" y="118"/>
                    <a:pt x="83" y="123"/>
                    <a:pt x="76" y="127"/>
                  </a:cubicBezTo>
                  <a:cubicBezTo>
                    <a:pt x="69" y="130"/>
                    <a:pt x="62" y="132"/>
                    <a:pt x="53" y="132"/>
                  </a:cubicBezTo>
                  <a:cubicBezTo>
                    <a:pt x="36" y="132"/>
                    <a:pt x="22" y="125"/>
                    <a:pt x="12" y="110"/>
                  </a:cubicBezTo>
                  <a:cubicBezTo>
                    <a:pt x="4" y="99"/>
                    <a:pt x="0" y="84"/>
                    <a:pt x="0" y="66"/>
                  </a:cubicBezTo>
                  <a:cubicBezTo>
                    <a:pt x="0" y="46"/>
                    <a:pt x="5" y="29"/>
                    <a:pt x="15" y="17"/>
                  </a:cubicBezTo>
                  <a:cubicBezTo>
                    <a:pt x="25" y="6"/>
                    <a:pt x="38" y="0"/>
                    <a:pt x="54" y="0"/>
                  </a:cubicBezTo>
                  <a:close/>
                  <a:moveTo>
                    <a:pt x="53" y="23"/>
                  </a:moveTo>
                  <a:cubicBezTo>
                    <a:pt x="45" y="23"/>
                    <a:pt x="38" y="27"/>
                    <a:pt x="34" y="35"/>
                  </a:cubicBezTo>
                  <a:cubicBezTo>
                    <a:pt x="29" y="44"/>
                    <a:pt x="27" y="54"/>
                    <a:pt x="27" y="66"/>
                  </a:cubicBezTo>
                  <a:cubicBezTo>
                    <a:pt x="27" y="78"/>
                    <a:pt x="29" y="89"/>
                    <a:pt x="34" y="97"/>
                  </a:cubicBezTo>
                  <a:cubicBezTo>
                    <a:pt x="36" y="101"/>
                    <a:pt x="39" y="104"/>
                    <a:pt x="44" y="106"/>
                  </a:cubicBezTo>
                  <a:cubicBezTo>
                    <a:pt x="47" y="108"/>
                    <a:pt x="50" y="109"/>
                    <a:pt x="53" y="109"/>
                  </a:cubicBezTo>
                  <a:cubicBezTo>
                    <a:pt x="59" y="109"/>
                    <a:pt x="63" y="107"/>
                    <a:pt x="67" y="104"/>
                  </a:cubicBezTo>
                  <a:cubicBezTo>
                    <a:pt x="71" y="100"/>
                    <a:pt x="75" y="94"/>
                    <a:pt x="77" y="87"/>
                  </a:cubicBezTo>
                  <a:cubicBezTo>
                    <a:pt x="79" y="80"/>
                    <a:pt x="80" y="73"/>
                    <a:pt x="80" y="66"/>
                  </a:cubicBezTo>
                  <a:cubicBezTo>
                    <a:pt x="80" y="54"/>
                    <a:pt x="77" y="43"/>
                    <a:pt x="73" y="35"/>
                  </a:cubicBezTo>
                  <a:cubicBezTo>
                    <a:pt x="68" y="27"/>
                    <a:pt x="61" y="23"/>
                    <a:pt x="53" y="23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7" name="Freeform 43"/>
            <p:cNvSpPr>
              <a:spLocks noEditPoints="1"/>
            </p:cNvSpPr>
            <p:nvPr userDrawn="1"/>
          </p:nvSpPr>
          <p:spPr bwMode="auto">
            <a:xfrm>
              <a:off x="10296526" y="5884863"/>
              <a:ext cx="92075" cy="122238"/>
            </a:xfrm>
            <a:custGeom>
              <a:avLst/>
              <a:gdLst>
                <a:gd name="T0" fmla="*/ 0 w 94"/>
                <a:gd name="T1" fmla="*/ 126 h 126"/>
                <a:gd name="T2" fmla="*/ 0 w 94"/>
                <a:gd name="T3" fmla="*/ 0 h 126"/>
                <a:gd name="T4" fmla="*/ 49 w 94"/>
                <a:gd name="T5" fmla="*/ 0 h 126"/>
                <a:gd name="T6" fmla="*/ 78 w 94"/>
                <a:gd name="T7" fmla="*/ 9 h 126"/>
                <a:gd name="T8" fmla="*/ 90 w 94"/>
                <a:gd name="T9" fmla="*/ 35 h 126"/>
                <a:gd name="T10" fmla="*/ 81 w 94"/>
                <a:gd name="T11" fmla="*/ 59 h 126"/>
                <a:gd name="T12" fmla="*/ 72 w 94"/>
                <a:gd name="T13" fmla="*/ 66 h 126"/>
                <a:gd name="T14" fmla="*/ 84 w 94"/>
                <a:gd name="T15" fmla="*/ 76 h 126"/>
                <a:gd name="T16" fmla="*/ 88 w 94"/>
                <a:gd name="T17" fmla="*/ 89 h 126"/>
                <a:gd name="T18" fmla="*/ 89 w 94"/>
                <a:gd name="T19" fmla="*/ 108 h 126"/>
                <a:gd name="T20" fmla="*/ 91 w 94"/>
                <a:gd name="T21" fmla="*/ 121 h 126"/>
                <a:gd name="T22" fmla="*/ 94 w 94"/>
                <a:gd name="T23" fmla="*/ 126 h 126"/>
                <a:gd name="T24" fmla="*/ 66 w 94"/>
                <a:gd name="T25" fmla="*/ 126 h 126"/>
                <a:gd name="T26" fmla="*/ 64 w 94"/>
                <a:gd name="T27" fmla="*/ 119 h 126"/>
                <a:gd name="T28" fmla="*/ 63 w 94"/>
                <a:gd name="T29" fmla="*/ 102 h 126"/>
                <a:gd name="T30" fmla="*/ 59 w 94"/>
                <a:gd name="T31" fmla="*/ 85 h 126"/>
                <a:gd name="T32" fmla="*/ 51 w 94"/>
                <a:gd name="T33" fmla="*/ 77 h 126"/>
                <a:gd name="T34" fmla="*/ 43 w 94"/>
                <a:gd name="T35" fmla="*/ 76 h 126"/>
                <a:gd name="T36" fmla="*/ 27 w 94"/>
                <a:gd name="T37" fmla="*/ 76 h 126"/>
                <a:gd name="T38" fmla="*/ 27 w 94"/>
                <a:gd name="T39" fmla="*/ 126 h 126"/>
                <a:gd name="T40" fmla="*/ 0 w 94"/>
                <a:gd name="T41" fmla="*/ 126 h 126"/>
                <a:gd name="T42" fmla="*/ 27 w 94"/>
                <a:gd name="T43" fmla="*/ 56 h 126"/>
                <a:gd name="T44" fmla="*/ 42 w 94"/>
                <a:gd name="T45" fmla="*/ 56 h 126"/>
                <a:gd name="T46" fmla="*/ 59 w 94"/>
                <a:gd name="T47" fmla="*/ 51 h 126"/>
                <a:gd name="T48" fmla="*/ 63 w 94"/>
                <a:gd name="T49" fmla="*/ 38 h 126"/>
                <a:gd name="T50" fmla="*/ 56 w 94"/>
                <a:gd name="T51" fmla="*/ 24 h 126"/>
                <a:gd name="T52" fmla="*/ 43 w 94"/>
                <a:gd name="T53" fmla="*/ 22 h 126"/>
                <a:gd name="T54" fmla="*/ 27 w 94"/>
                <a:gd name="T55" fmla="*/ 22 h 126"/>
                <a:gd name="T56" fmla="*/ 27 w 94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1" y="0"/>
                    <a:pt x="71" y="3"/>
                    <a:pt x="78" y="9"/>
                  </a:cubicBezTo>
                  <a:cubicBezTo>
                    <a:pt x="86" y="15"/>
                    <a:pt x="90" y="24"/>
                    <a:pt x="90" y="35"/>
                  </a:cubicBezTo>
                  <a:cubicBezTo>
                    <a:pt x="90" y="45"/>
                    <a:pt x="87" y="53"/>
                    <a:pt x="81" y="59"/>
                  </a:cubicBezTo>
                  <a:cubicBezTo>
                    <a:pt x="79" y="62"/>
                    <a:pt x="76" y="64"/>
                    <a:pt x="72" y="66"/>
                  </a:cubicBezTo>
                  <a:cubicBezTo>
                    <a:pt x="77" y="68"/>
                    <a:pt x="81" y="71"/>
                    <a:pt x="84" y="76"/>
                  </a:cubicBezTo>
                  <a:cubicBezTo>
                    <a:pt x="85" y="79"/>
                    <a:pt x="87" y="83"/>
                    <a:pt x="88" y="89"/>
                  </a:cubicBezTo>
                  <a:cubicBezTo>
                    <a:pt x="88" y="91"/>
                    <a:pt x="88" y="97"/>
                    <a:pt x="89" y="108"/>
                  </a:cubicBezTo>
                  <a:cubicBezTo>
                    <a:pt x="90" y="115"/>
                    <a:pt x="90" y="119"/>
                    <a:pt x="91" y="121"/>
                  </a:cubicBezTo>
                  <a:cubicBezTo>
                    <a:pt x="92" y="122"/>
                    <a:pt x="92" y="124"/>
                    <a:pt x="94" y="126"/>
                  </a:cubicBezTo>
                  <a:cubicBezTo>
                    <a:pt x="66" y="126"/>
                    <a:pt x="66" y="126"/>
                    <a:pt x="66" y="126"/>
                  </a:cubicBezTo>
                  <a:cubicBezTo>
                    <a:pt x="65" y="124"/>
                    <a:pt x="64" y="121"/>
                    <a:pt x="64" y="119"/>
                  </a:cubicBezTo>
                  <a:cubicBezTo>
                    <a:pt x="64" y="117"/>
                    <a:pt x="63" y="112"/>
                    <a:pt x="63" y="102"/>
                  </a:cubicBezTo>
                  <a:cubicBezTo>
                    <a:pt x="62" y="94"/>
                    <a:pt x="61" y="88"/>
                    <a:pt x="59" y="85"/>
                  </a:cubicBezTo>
                  <a:cubicBezTo>
                    <a:pt x="57" y="81"/>
                    <a:pt x="55" y="78"/>
                    <a:pt x="51" y="77"/>
                  </a:cubicBezTo>
                  <a:cubicBezTo>
                    <a:pt x="49" y="77"/>
                    <a:pt x="46" y="76"/>
                    <a:pt x="43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50" y="56"/>
                    <a:pt x="56" y="54"/>
                    <a:pt x="59" y="51"/>
                  </a:cubicBezTo>
                  <a:cubicBezTo>
                    <a:pt x="61" y="48"/>
                    <a:pt x="63" y="44"/>
                    <a:pt x="63" y="38"/>
                  </a:cubicBezTo>
                  <a:cubicBezTo>
                    <a:pt x="63" y="32"/>
                    <a:pt x="61" y="27"/>
                    <a:pt x="56" y="24"/>
                  </a:cubicBezTo>
                  <a:cubicBezTo>
                    <a:pt x="54" y="23"/>
                    <a:pt x="49" y="22"/>
                    <a:pt x="43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8" name="Freeform 44"/>
            <p:cNvSpPr>
              <a:spLocks/>
            </p:cNvSpPr>
            <p:nvPr userDrawn="1"/>
          </p:nvSpPr>
          <p:spPr bwMode="auto">
            <a:xfrm>
              <a:off x="10448926" y="5881688"/>
              <a:ext cx="85725" cy="128588"/>
            </a:xfrm>
            <a:custGeom>
              <a:avLst/>
              <a:gdLst>
                <a:gd name="T0" fmla="*/ 0 w 88"/>
                <a:gd name="T1" fmla="*/ 92 h 132"/>
                <a:gd name="T2" fmla="*/ 27 w 88"/>
                <a:gd name="T3" fmla="*/ 92 h 132"/>
                <a:gd name="T4" fmla="*/ 31 w 88"/>
                <a:gd name="T5" fmla="*/ 103 h 132"/>
                <a:gd name="T6" fmla="*/ 44 w 88"/>
                <a:gd name="T7" fmla="*/ 110 h 132"/>
                <a:gd name="T8" fmla="*/ 57 w 88"/>
                <a:gd name="T9" fmla="*/ 105 h 132"/>
                <a:gd name="T10" fmla="*/ 61 w 88"/>
                <a:gd name="T11" fmla="*/ 95 h 132"/>
                <a:gd name="T12" fmla="*/ 54 w 88"/>
                <a:gd name="T13" fmla="*/ 82 h 132"/>
                <a:gd name="T14" fmla="*/ 47 w 88"/>
                <a:gd name="T15" fmla="*/ 78 h 132"/>
                <a:gd name="T16" fmla="*/ 38 w 88"/>
                <a:gd name="T17" fmla="*/ 75 h 132"/>
                <a:gd name="T18" fmla="*/ 15 w 88"/>
                <a:gd name="T19" fmla="*/ 64 h 132"/>
                <a:gd name="T20" fmla="*/ 2 w 88"/>
                <a:gd name="T21" fmla="*/ 35 h 132"/>
                <a:gd name="T22" fmla="*/ 11 w 88"/>
                <a:gd name="T23" fmla="*/ 11 h 132"/>
                <a:gd name="T24" fmla="*/ 41 w 88"/>
                <a:gd name="T25" fmla="*/ 0 h 132"/>
                <a:gd name="T26" fmla="*/ 76 w 88"/>
                <a:gd name="T27" fmla="*/ 16 h 132"/>
                <a:gd name="T28" fmla="*/ 83 w 88"/>
                <a:gd name="T29" fmla="*/ 36 h 132"/>
                <a:gd name="T30" fmla="*/ 57 w 88"/>
                <a:gd name="T31" fmla="*/ 36 h 132"/>
                <a:gd name="T32" fmla="*/ 52 w 88"/>
                <a:gd name="T33" fmla="*/ 26 h 132"/>
                <a:gd name="T34" fmla="*/ 41 w 88"/>
                <a:gd name="T35" fmla="*/ 22 h 132"/>
                <a:gd name="T36" fmla="*/ 31 w 88"/>
                <a:gd name="T37" fmla="*/ 25 h 132"/>
                <a:gd name="T38" fmla="*/ 27 w 88"/>
                <a:gd name="T39" fmla="*/ 35 h 132"/>
                <a:gd name="T40" fmla="*/ 33 w 88"/>
                <a:gd name="T41" fmla="*/ 46 h 132"/>
                <a:gd name="T42" fmla="*/ 51 w 88"/>
                <a:gd name="T43" fmla="*/ 54 h 132"/>
                <a:gd name="T44" fmla="*/ 76 w 88"/>
                <a:gd name="T45" fmla="*/ 66 h 132"/>
                <a:gd name="T46" fmla="*/ 88 w 88"/>
                <a:gd name="T47" fmla="*/ 93 h 132"/>
                <a:gd name="T48" fmla="*/ 77 w 88"/>
                <a:gd name="T49" fmla="*/ 121 h 132"/>
                <a:gd name="T50" fmla="*/ 44 w 88"/>
                <a:gd name="T51" fmla="*/ 132 h 132"/>
                <a:gd name="T52" fmla="*/ 8 w 88"/>
                <a:gd name="T53" fmla="*/ 114 h 132"/>
                <a:gd name="T54" fmla="*/ 0 w 88"/>
                <a:gd name="T55" fmla="*/ 9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8" h="132">
                  <a:moveTo>
                    <a:pt x="0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8" y="97"/>
                    <a:pt x="29" y="101"/>
                    <a:pt x="31" y="103"/>
                  </a:cubicBezTo>
                  <a:cubicBezTo>
                    <a:pt x="34" y="108"/>
                    <a:pt x="38" y="110"/>
                    <a:pt x="44" y="110"/>
                  </a:cubicBezTo>
                  <a:cubicBezTo>
                    <a:pt x="50" y="110"/>
                    <a:pt x="54" y="109"/>
                    <a:pt x="57" y="105"/>
                  </a:cubicBezTo>
                  <a:cubicBezTo>
                    <a:pt x="59" y="103"/>
                    <a:pt x="61" y="99"/>
                    <a:pt x="61" y="95"/>
                  </a:cubicBezTo>
                  <a:cubicBezTo>
                    <a:pt x="61" y="90"/>
                    <a:pt x="59" y="86"/>
                    <a:pt x="54" y="82"/>
                  </a:cubicBezTo>
                  <a:cubicBezTo>
                    <a:pt x="53" y="81"/>
                    <a:pt x="50" y="79"/>
                    <a:pt x="47" y="78"/>
                  </a:cubicBezTo>
                  <a:cubicBezTo>
                    <a:pt x="46" y="78"/>
                    <a:pt x="43" y="77"/>
                    <a:pt x="38" y="75"/>
                  </a:cubicBezTo>
                  <a:cubicBezTo>
                    <a:pt x="27" y="71"/>
                    <a:pt x="20" y="67"/>
                    <a:pt x="15" y="64"/>
                  </a:cubicBezTo>
                  <a:cubicBezTo>
                    <a:pt x="6" y="57"/>
                    <a:pt x="2" y="47"/>
                    <a:pt x="2" y="35"/>
                  </a:cubicBezTo>
                  <a:cubicBezTo>
                    <a:pt x="2" y="25"/>
                    <a:pt x="5" y="17"/>
                    <a:pt x="11" y="11"/>
                  </a:cubicBezTo>
                  <a:cubicBezTo>
                    <a:pt x="18" y="4"/>
                    <a:pt x="28" y="0"/>
                    <a:pt x="41" y="0"/>
                  </a:cubicBezTo>
                  <a:cubicBezTo>
                    <a:pt x="56" y="0"/>
                    <a:pt x="68" y="6"/>
                    <a:pt x="76" y="16"/>
                  </a:cubicBezTo>
                  <a:cubicBezTo>
                    <a:pt x="80" y="22"/>
                    <a:pt x="82" y="28"/>
                    <a:pt x="83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2"/>
                    <a:pt x="55" y="28"/>
                    <a:pt x="52" y="26"/>
                  </a:cubicBezTo>
                  <a:cubicBezTo>
                    <a:pt x="50" y="23"/>
                    <a:pt x="46" y="22"/>
                    <a:pt x="41" y="22"/>
                  </a:cubicBezTo>
                  <a:cubicBezTo>
                    <a:pt x="36" y="22"/>
                    <a:pt x="33" y="23"/>
                    <a:pt x="31" y="25"/>
                  </a:cubicBezTo>
                  <a:cubicBezTo>
                    <a:pt x="28" y="27"/>
                    <a:pt x="27" y="30"/>
                    <a:pt x="27" y="35"/>
                  </a:cubicBezTo>
                  <a:cubicBezTo>
                    <a:pt x="27" y="39"/>
                    <a:pt x="29" y="43"/>
                    <a:pt x="33" y="46"/>
                  </a:cubicBezTo>
                  <a:cubicBezTo>
                    <a:pt x="36" y="48"/>
                    <a:pt x="42" y="51"/>
                    <a:pt x="51" y="54"/>
                  </a:cubicBezTo>
                  <a:cubicBezTo>
                    <a:pt x="62" y="57"/>
                    <a:pt x="70" y="61"/>
                    <a:pt x="76" y="66"/>
                  </a:cubicBezTo>
                  <a:cubicBezTo>
                    <a:pt x="84" y="73"/>
                    <a:pt x="88" y="82"/>
                    <a:pt x="88" y="93"/>
                  </a:cubicBezTo>
                  <a:cubicBezTo>
                    <a:pt x="88" y="104"/>
                    <a:pt x="84" y="114"/>
                    <a:pt x="77" y="121"/>
                  </a:cubicBezTo>
                  <a:cubicBezTo>
                    <a:pt x="68" y="128"/>
                    <a:pt x="58" y="132"/>
                    <a:pt x="44" y="132"/>
                  </a:cubicBezTo>
                  <a:cubicBezTo>
                    <a:pt x="28" y="132"/>
                    <a:pt x="16" y="126"/>
                    <a:pt x="8" y="114"/>
                  </a:cubicBezTo>
                  <a:cubicBezTo>
                    <a:pt x="4" y="107"/>
                    <a:pt x="1" y="100"/>
                    <a:pt x="0" y="92"/>
                  </a:cubicBez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29" name="Freeform 45"/>
            <p:cNvSpPr>
              <a:spLocks/>
            </p:cNvSpPr>
            <p:nvPr userDrawn="1"/>
          </p:nvSpPr>
          <p:spPr bwMode="auto">
            <a:xfrm>
              <a:off x="10552113" y="5884863"/>
              <a:ext cx="92075" cy="122238"/>
            </a:xfrm>
            <a:custGeom>
              <a:avLst/>
              <a:gdLst>
                <a:gd name="T0" fmla="*/ 0 w 58"/>
                <a:gd name="T1" fmla="*/ 77 h 77"/>
                <a:gd name="T2" fmla="*/ 0 w 58"/>
                <a:gd name="T3" fmla="*/ 0 h 77"/>
                <a:gd name="T4" fmla="*/ 17 w 58"/>
                <a:gd name="T5" fmla="*/ 0 h 77"/>
                <a:gd name="T6" fmla="*/ 17 w 58"/>
                <a:gd name="T7" fmla="*/ 29 h 77"/>
                <a:gd name="T8" fmla="*/ 41 w 58"/>
                <a:gd name="T9" fmla="*/ 29 h 77"/>
                <a:gd name="T10" fmla="*/ 41 w 58"/>
                <a:gd name="T11" fmla="*/ 0 h 77"/>
                <a:gd name="T12" fmla="*/ 58 w 58"/>
                <a:gd name="T13" fmla="*/ 0 h 77"/>
                <a:gd name="T14" fmla="*/ 58 w 58"/>
                <a:gd name="T15" fmla="*/ 77 h 77"/>
                <a:gd name="T16" fmla="*/ 41 w 58"/>
                <a:gd name="T17" fmla="*/ 77 h 77"/>
                <a:gd name="T18" fmla="*/ 41 w 58"/>
                <a:gd name="T19" fmla="*/ 43 h 77"/>
                <a:gd name="T20" fmla="*/ 17 w 58"/>
                <a:gd name="T21" fmla="*/ 43 h 77"/>
                <a:gd name="T22" fmla="*/ 17 w 58"/>
                <a:gd name="T23" fmla="*/ 77 h 77"/>
                <a:gd name="T24" fmla="*/ 0 w 58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" h="77">
                  <a:moveTo>
                    <a:pt x="0" y="77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29"/>
                  </a:lnTo>
                  <a:lnTo>
                    <a:pt x="41" y="29"/>
                  </a:lnTo>
                  <a:lnTo>
                    <a:pt x="41" y="0"/>
                  </a:lnTo>
                  <a:lnTo>
                    <a:pt x="58" y="0"/>
                  </a:lnTo>
                  <a:lnTo>
                    <a:pt x="58" y="77"/>
                  </a:lnTo>
                  <a:lnTo>
                    <a:pt x="41" y="77"/>
                  </a:lnTo>
                  <a:lnTo>
                    <a:pt x="41" y="43"/>
                  </a:lnTo>
                  <a:lnTo>
                    <a:pt x="17" y="43"/>
                  </a:lnTo>
                  <a:lnTo>
                    <a:pt x="17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0" name="Freeform 46"/>
            <p:cNvSpPr>
              <a:spLocks noEditPoints="1"/>
            </p:cNvSpPr>
            <p:nvPr userDrawn="1"/>
          </p:nvSpPr>
          <p:spPr bwMode="auto">
            <a:xfrm>
              <a:off x="10656888" y="5884863"/>
              <a:ext cx="104775" cy="122238"/>
            </a:xfrm>
            <a:custGeom>
              <a:avLst/>
              <a:gdLst>
                <a:gd name="T0" fmla="*/ 25 w 66"/>
                <a:gd name="T1" fmla="*/ 0 h 77"/>
                <a:gd name="T2" fmla="*/ 42 w 66"/>
                <a:gd name="T3" fmla="*/ 0 h 77"/>
                <a:gd name="T4" fmla="*/ 66 w 66"/>
                <a:gd name="T5" fmla="*/ 77 h 77"/>
                <a:gd name="T6" fmla="*/ 49 w 66"/>
                <a:gd name="T7" fmla="*/ 77 h 77"/>
                <a:gd name="T8" fmla="*/ 44 w 66"/>
                <a:gd name="T9" fmla="*/ 60 h 77"/>
                <a:gd name="T10" fmla="*/ 22 w 66"/>
                <a:gd name="T11" fmla="*/ 60 h 77"/>
                <a:gd name="T12" fmla="*/ 18 w 66"/>
                <a:gd name="T13" fmla="*/ 77 h 77"/>
                <a:gd name="T14" fmla="*/ 0 w 66"/>
                <a:gd name="T15" fmla="*/ 77 h 77"/>
                <a:gd name="T16" fmla="*/ 25 w 66"/>
                <a:gd name="T17" fmla="*/ 0 h 77"/>
                <a:gd name="T18" fmla="*/ 26 w 66"/>
                <a:gd name="T19" fmla="*/ 47 h 77"/>
                <a:gd name="T20" fmla="*/ 41 w 66"/>
                <a:gd name="T21" fmla="*/ 47 h 77"/>
                <a:gd name="T22" fmla="*/ 33 w 66"/>
                <a:gd name="T23" fmla="*/ 21 h 77"/>
                <a:gd name="T24" fmla="*/ 26 w 66"/>
                <a:gd name="T25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77">
                  <a:moveTo>
                    <a:pt x="25" y="0"/>
                  </a:moveTo>
                  <a:lnTo>
                    <a:pt x="42" y="0"/>
                  </a:lnTo>
                  <a:lnTo>
                    <a:pt x="66" y="77"/>
                  </a:lnTo>
                  <a:lnTo>
                    <a:pt x="49" y="77"/>
                  </a:lnTo>
                  <a:lnTo>
                    <a:pt x="44" y="60"/>
                  </a:lnTo>
                  <a:lnTo>
                    <a:pt x="22" y="60"/>
                  </a:lnTo>
                  <a:lnTo>
                    <a:pt x="18" y="77"/>
                  </a:lnTo>
                  <a:lnTo>
                    <a:pt x="0" y="77"/>
                  </a:lnTo>
                  <a:lnTo>
                    <a:pt x="25" y="0"/>
                  </a:lnTo>
                  <a:close/>
                  <a:moveTo>
                    <a:pt x="26" y="47"/>
                  </a:moveTo>
                  <a:lnTo>
                    <a:pt x="41" y="47"/>
                  </a:lnTo>
                  <a:lnTo>
                    <a:pt x="33" y="21"/>
                  </a:lnTo>
                  <a:lnTo>
                    <a:pt x="26" y="4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1" name="Freeform 47"/>
            <p:cNvSpPr>
              <a:spLocks noEditPoints="1"/>
            </p:cNvSpPr>
            <p:nvPr userDrawn="1"/>
          </p:nvSpPr>
          <p:spPr bwMode="auto">
            <a:xfrm>
              <a:off x="10775951" y="5884863"/>
              <a:ext cx="90488" cy="122238"/>
            </a:xfrm>
            <a:custGeom>
              <a:avLst/>
              <a:gdLst>
                <a:gd name="T0" fmla="*/ 0 w 93"/>
                <a:gd name="T1" fmla="*/ 126 h 126"/>
                <a:gd name="T2" fmla="*/ 0 w 93"/>
                <a:gd name="T3" fmla="*/ 0 h 126"/>
                <a:gd name="T4" fmla="*/ 48 w 93"/>
                <a:gd name="T5" fmla="*/ 0 h 126"/>
                <a:gd name="T6" fmla="*/ 77 w 93"/>
                <a:gd name="T7" fmla="*/ 9 h 126"/>
                <a:gd name="T8" fmla="*/ 89 w 93"/>
                <a:gd name="T9" fmla="*/ 35 h 126"/>
                <a:gd name="T10" fmla="*/ 81 w 93"/>
                <a:gd name="T11" fmla="*/ 59 h 126"/>
                <a:gd name="T12" fmla="*/ 71 w 93"/>
                <a:gd name="T13" fmla="*/ 66 h 126"/>
                <a:gd name="T14" fmla="*/ 83 w 93"/>
                <a:gd name="T15" fmla="*/ 76 h 126"/>
                <a:gd name="T16" fmla="*/ 87 w 93"/>
                <a:gd name="T17" fmla="*/ 89 h 126"/>
                <a:gd name="T18" fmla="*/ 89 w 93"/>
                <a:gd name="T19" fmla="*/ 108 h 126"/>
                <a:gd name="T20" fmla="*/ 91 w 93"/>
                <a:gd name="T21" fmla="*/ 121 h 126"/>
                <a:gd name="T22" fmla="*/ 93 w 93"/>
                <a:gd name="T23" fmla="*/ 126 h 126"/>
                <a:gd name="T24" fmla="*/ 65 w 93"/>
                <a:gd name="T25" fmla="*/ 126 h 126"/>
                <a:gd name="T26" fmla="*/ 63 w 93"/>
                <a:gd name="T27" fmla="*/ 119 h 126"/>
                <a:gd name="T28" fmla="*/ 62 w 93"/>
                <a:gd name="T29" fmla="*/ 102 h 126"/>
                <a:gd name="T30" fmla="*/ 59 w 93"/>
                <a:gd name="T31" fmla="*/ 85 h 126"/>
                <a:gd name="T32" fmla="*/ 50 w 93"/>
                <a:gd name="T33" fmla="*/ 77 h 126"/>
                <a:gd name="T34" fmla="*/ 42 w 93"/>
                <a:gd name="T35" fmla="*/ 76 h 126"/>
                <a:gd name="T36" fmla="*/ 27 w 93"/>
                <a:gd name="T37" fmla="*/ 76 h 126"/>
                <a:gd name="T38" fmla="*/ 27 w 93"/>
                <a:gd name="T39" fmla="*/ 126 h 126"/>
                <a:gd name="T40" fmla="*/ 0 w 93"/>
                <a:gd name="T41" fmla="*/ 126 h 126"/>
                <a:gd name="T42" fmla="*/ 27 w 93"/>
                <a:gd name="T43" fmla="*/ 56 h 126"/>
                <a:gd name="T44" fmla="*/ 41 w 93"/>
                <a:gd name="T45" fmla="*/ 56 h 126"/>
                <a:gd name="T46" fmla="*/ 58 w 93"/>
                <a:gd name="T47" fmla="*/ 51 h 126"/>
                <a:gd name="T48" fmla="*/ 62 w 93"/>
                <a:gd name="T49" fmla="*/ 38 h 126"/>
                <a:gd name="T50" fmla="*/ 56 w 93"/>
                <a:gd name="T51" fmla="*/ 24 h 126"/>
                <a:gd name="T52" fmla="*/ 42 w 93"/>
                <a:gd name="T53" fmla="*/ 22 h 126"/>
                <a:gd name="T54" fmla="*/ 27 w 93"/>
                <a:gd name="T55" fmla="*/ 22 h 126"/>
                <a:gd name="T56" fmla="*/ 27 w 93"/>
                <a:gd name="T57" fmla="*/ 5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3" h="126">
                  <a:moveTo>
                    <a:pt x="0" y="1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1" y="0"/>
                    <a:pt x="70" y="3"/>
                    <a:pt x="77" y="9"/>
                  </a:cubicBezTo>
                  <a:cubicBezTo>
                    <a:pt x="85" y="15"/>
                    <a:pt x="89" y="24"/>
                    <a:pt x="89" y="35"/>
                  </a:cubicBezTo>
                  <a:cubicBezTo>
                    <a:pt x="89" y="45"/>
                    <a:pt x="86" y="53"/>
                    <a:pt x="81" y="59"/>
                  </a:cubicBezTo>
                  <a:cubicBezTo>
                    <a:pt x="78" y="62"/>
                    <a:pt x="75" y="64"/>
                    <a:pt x="71" y="66"/>
                  </a:cubicBezTo>
                  <a:cubicBezTo>
                    <a:pt x="76" y="68"/>
                    <a:pt x="80" y="71"/>
                    <a:pt x="83" y="76"/>
                  </a:cubicBezTo>
                  <a:cubicBezTo>
                    <a:pt x="85" y="79"/>
                    <a:pt x="86" y="83"/>
                    <a:pt x="87" y="89"/>
                  </a:cubicBezTo>
                  <a:cubicBezTo>
                    <a:pt x="87" y="91"/>
                    <a:pt x="88" y="97"/>
                    <a:pt x="89" y="108"/>
                  </a:cubicBezTo>
                  <a:cubicBezTo>
                    <a:pt x="89" y="115"/>
                    <a:pt x="90" y="119"/>
                    <a:pt x="91" y="121"/>
                  </a:cubicBezTo>
                  <a:cubicBezTo>
                    <a:pt x="91" y="122"/>
                    <a:pt x="92" y="124"/>
                    <a:pt x="93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4" y="124"/>
                    <a:pt x="64" y="121"/>
                    <a:pt x="63" y="119"/>
                  </a:cubicBezTo>
                  <a:cubicBezTo>
                    <a:pt x="63" y="117"/>
                    <a:pt x="63" y="112"/>
                    <a:pt x="62" y="102"/>
                  </a:cubicBezTo>
                  <a:cubicBezTo>
                    <a:pt x="61" y="94"/>
                    <a:pt x="60" y="88"/>
                    <a:pt x="59" y="85"/>
                  </a:cubicBezTo>
                  <a:cubicBezTo>
                    <a:pt x="57" y="81"/>
                    <a:pt x="54" y="78"/>
                    <a:pt x="50" y="77"/>
                  </a:cubicBezTo>
                  <a:cubicBezTo>
                    <a:pt x="48" y="77"/>
                    <a:pt x="46" y="76"/>
                    <a:pt x="42" y="76"/>
                  </a:cubicBezTo>
                  <a:cubicBezTo>
                    <a:pt x="27" y="76"/>
                    <a:pt x="27" y="76"/>
                    <a:pt x="27" y="76"/>
                  </a:cubicBezTo>
                  <a:cubicBezTo>
                    <a:pt x="27" y="126"/>
                    <a:pt x="27" y="126"/>
                    <a:pt x="27" y="126"/>
                  </a:cubicBezTo>
                  <a:lnTo>
                    <a:pt x="0" y="126"/>
                  </a:lnTo>
                  <a:close/>
                  <a:moveTo>
                    <a:pt x="27" y="56"/>
                  </a:moveTo>
                  <a:cubicBezTo>
                    <a:pt x="41" y="56"/>
                    <a:pt x="41" y="56"/>
                    <a:pt x="41" y="56"/>
                  </a:cubicBezTo>
                  <a:cubicBezTo>
                    <a:pt x="50" y="56"/>
                    <a:pt x="55" y="54"/>
                    <a:pt x="58" y="51"/>
                  </a:cubicBezTo>
                  <a:cubicBezTo>
                    <a:pt x="61" y="48"/>
                    <a:pt x="62" y="44"/>
                    <a:pt x="62" y="38"/>
                  </a:cubicBezTo>
                  <a:cubicBezTo>
                    <a:pt x="62" y="32"/>
                    <a:pt x="60" y="27"/>
                    <a:pt x="56" y="24"/>
                  </a:cubicBezTo>
                  <a:cubicBezTo>
                    <a:pt x="53" y="23"/>
                    <a:pt x="48" y="22"/>
                    <a:pt x="42" y="22"/>
                  </a:cubicBezTo>
                  <a:cubicBezTo>
                    <a:pt x="27" y="22"/>
                    <a:pt x="27" y="22"/>
                    <a:pt x="27" y="22"/>
                  </a:cubicBezTo>
                  <a:lnTo>
                    <a:pt x="27" y="56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2" name="Freeform 48"/>
            <p:cNvSpPr>
              <a:spLocks/>
            </p:cNvSpPr>
            <p:nvPr userDrawn="1"/>
          </p:nvSpPr>
          <p:spPr bwMode="auto">
            <a:xfrm>
              <a:off x="10887076" y="5884863"/>
              <a:ext cx="25400" cy="122238"/>
            </a:xfrm>
            <a:custGeom>
              <a:avLst/>
              <a:gdLst>
                <a:gd name="T0" fmla="*/ 0 w 16"/>
                <a:gd name="T1" fmla="*/ 77 h 77"/>
                <a:gd name="T2" fmla="*/ 0 w 16"/>
                <a:gd name="T3" fmla="*/ 0 h 77"/>
                <a:gd name="T4" fmla="*/ 8 w 16"/>
                <a:gd name="T5" fmla="*/ 0 h 77"/>
                <a:gd name="T6" fmla="*/ 16 w 16"/>
                <a:gd name="T7" fmla="*/ 0 h 77"/>
                <a:gd name="T8" fmla="*/ 16 w 16"/>
                <a:gd name="T9" fmla="*/ 77 h 77"/>
                <a:gd name="T10" fmla="*/ 0 w 16"/>
                <a:gd name="T1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77">
                  <a:moveTo>
                    <a:pt x="0" y="77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3" name="Freeform 49"/>
            <p:cNvSpPr>
              <a:spLocks/>
            </p:cNvSpPr>
            <p:nvPr userDrawn="1"/>
          </p:nvSpPr>
          <p:spPr bwMode="auto">
            <a:xfrm>
              <a:off x="10936288" y="5884863"/>
              <a:ext cx="90488" cy="122238"/>
            </a:xfrm>
            <a:custGeom>
              <a:avLst/>
              <a:gdLst>
                <a:gd name="T0" fmla="*/ 0 w 57"/>
                <a:gd name="T1" fmla="*/ 77 h 77"/>
                <a:gd name="T2" fmla="*/ 0 w 57"/>
                <a:gd name="T3" fmla="*/ 0 h 77"/>
                <a:gd name="T4" fmla="*/ 17 w 57"/>
                <a:gd name="T5" fmla="*/ 0 h 77"/>
                <a:gd name="T6" fmla="*/ 41 w 57"/>
                <a:gd name="T7" fmla="*/ 50 h 77"/>
                <a:gd name="T8" fmla="*/ 41 w 57"/>
                <a:gd name="T9" fmla="*/ 0 h 77"/>
                <a:gd name="T10" fmla="*/ 57 w 57"/>
                <a:gd name="T11" fmla="*/ 0 h 77"/>
                <a:gd name="T12" fmla="*/ 57 w 57"/>
                <a:gd name="T13" fmla="*/ 77 h 77"/>
                <a:gd name="T14" fmla="*/ 41 w 57"/>
                <a:gd name="T15" fmla="*/ 77 h 77"/>
                <a:gd name="T16" fmla="*/ 16 w 57"/>
                <a:gd name="T17" fmla="*/ 27 h 77"/>
                <a:gd name="T18" fmla="*/ 16 w 57"/>
                <a:gd name="T19" fmla="*/ 77 h 77"/>
                <a:gd name="T20" fmla="*/ 0 w 57"/>
                <a:gd name="T21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77">
                  <a:moveTo>
                    <a:pt x="0" y="77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41" y="50"/>
                  </a:lnTo>
                  <a:lnTo>
                    <a:pt x="41" y="0"/>
                  </a:lnTo>
                  <a:lnTo>
                    <a:pt x="57" y="0"/>
                  </a:lnTo>
                  <a:lnTo>
                    <a:pt x="57" y="77"/>
                  </a:lnTo>
                  <a:lnTo>
                    <a:pt x="41" y="77"/>
                  </a:lnTo>
                  <a:lnTo>
                    <a:pt x="16" y="27"/>
                  </a:lnTo>
                  <a:lnTo>
                    <a:pt x="16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4" name="Freeform 50"/>
            <p:cNvSpPr>
              <a:spLocks/>
            </p:cNvSpPr>
            <p:nvPr userDrawn="1"/>
          </p:nvSpPr>
          <p:spPr bwMode="auto">
            <a:xfrm>
              <a:off x="11045826" y="5881688"/>
              <a:ext cx="100013" cy="128588"/>
            </a:xfrm>
            <a:custGeom>
              <a:avLst/>
              <a:gdLst>
                <a:gd name="T0" fmla="*/ 102 w 102"/>
                <a:gd name="T1" fmla="*/ 129 h 132"/>
                <a:gd name="T2" fmla="*/ 82 w 102"/>
                <a:gd name="T3" fmla="*/ 129 h 132"/>
                <a:gd name="T4" fmla="*/ 82 w 102"/>
                <a:gd name="T5" fmla="*/ 115 h 132"/>
                <a:gd name="T6" fmla="*/ 73 w 102"/>
                <a:gd name="T7" fmla="*/ 124 h 132"/>
                <a:gd name="T8" fmla="*/ 51 w 102"/>
                <a:gd name="T9" fmla="*/ 132 h 132"/>
                <a:gd name="T10" fmla="*/ 14 w 102"/>
                <a:gd name="T11" fmla="*/ 113 h 132"/>
                <a:gd name="T12" fmla="*/ 0 w 102"/>
                <a:gd name="T13" fmla="*/ 67 h 132"/>
                <a:gd name="T14" fmla="*/ 14 w 102"/>
                <a:gd name="T15" fmla="*/ 20 h 132"/>
                <a:gd name="T16" fmla="*/ 54 w 102"/>
                <a:gd name="T17" fmla="*/ 0 h 132"/>
                <a:gd name="T18" fmla="*/ 89 w 102"/>
                <a:gd name="T19" fmla="*/ 16 h 132"/>
                <a:gd name="T20" fmla="*/ 100 w 102"/>
                <a:gd name="T21" fmla="*/ 39 h 132"/>
                <a:gd name="T22" fmla="*/ 100 w 102"/>
                <a:gd name="T23" fmla="*/ 45 h 132"/>
                <a:gd name="T24" fmla="*/ 74 w 102"/>
                <a:gd name="T25" fmla="*/ 45 h 132"/>
                <a:gd name="T26" fmla="*/ 70 w 102"/>
                <a:gd name="T27" fmla="*/ 32 h 132"/>
                <a:gd name="T28" fmla="*/ 53 w 102"/>
                <a:gd name="T29" fmla="*/ 23 h 132"/>
                <a:gd name="T30" fmla="*/ 34 w 102"/>
                <a:gd name="T31" fmla="*/ 35 h 132"/>
                <a:gd name="T32" fmla="*/ 27 w 102"/>
                <a:gd name="T33" fmla="*/ 66 h 132"/>
                <a:gd name="T34" fmla="*/ 35 w 102"/>
                <a:gd name="T35" fmla="*/ 99 h 132"/>
                <a:gd name="T36" fmla="*/ 54 w 102"/>
                <a:gd name="T37" fmla="*/ 109 h 132"/>
                <a:gd name="T38" fmla="*/ 72 w 102"/>
                <a:gd name="T39" fmla="*/ 100 h 132"/>
                <a:gd name="T40" fmla="*/ 77 w 102"/>
                <a:gd name="T41" fmla="*/ 81 h 132"/>
                <a:gd name="T42" fmla="*/ 55 w 102"/>
                <a:gd name="T43" fmla="*/ 81 h 132"/>
                <a:gd name="T44" fmla="*/ 55 w 102"/>
                <a:gd name="T45" fmla="*/ 61 h 132"/>
                <a:gd name="T46" fmla="*/ 102 w 102"/>
                <a:gd name="T47" fmla="*/ 61 h 132"/>
                <a:gd name="T48" fmla="*/ 102 w 102"/>
                <a:gd name="T49" fmla="*/ 12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" h="132">
                  <a:moveTo>
                    <a:pt x="102" y="129"/>
                  </a:moveTo>
                  <a:cubicBezTo>
                    <a:pt x="82" y="129"/>
                    <a:pt x="82" y="129"/>
                    <a:pt x="82" y="129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79" y="119"/>
                    <a:pt x="76" y="122"/>
                    <a:pt x="73" y="124"/>
                  </a:cubicBezTo>
                  <a:cubicBezTo>
                    <a:pt x="67" y="129"/>
                    <a:pt x="59" y="132"/>
                    <a:pt x="51" y="132"/>
                  </a:cubicBezTo>
                  <a:cubicBezTo>
                    <a:pt x="35" y="132"/>
                    <a:pt x="23" y="125"/>
                    <a:pt x="14" y="113"/>
                  </a:cubicBezTo>
                  <a:cubicBezTo>
                    <a:pt x="5" y="101"/>
                    <a:pt x="0" y="85"/>
                    <a:pt x="0" y="67"/>
                  </a:cubicBezTo>
                  <a:cubicBezTo>
                    <a:pt x="0" y="48"/>
                    <a:pt x="5" y="33"/>
                    <a:pt x="14" y="20"/>
                  </a:cubicBezTo>
                  <a:cubicBezTo>
                    <a:pt x="24" y="7"/>
                    <a:pt x="37" y="0"/>
                    <a:pt x="54" y="0"/>
                  </a:cubicBezTo>
                  <a:cubicBezTo>
                    <a:pt x="68" y="0"/>
                    <a:pt x="79" y="5"/>
                    <a:pt x="89" y="16"/>
                  </a:cubicBezTo>
                  <a:cubicBezTo>
                    <a:pt x="94" y="23"/>
                    <a:pt x="98" y="30"/>
                    <a:pt x="100" y="39"/>
                  </a:cubicBezTo>
                  <a:cubicBezTo>
                    <a:pt x="100" y="40"/>
                    <a:pt x="100" y="42"/>
                    <a:pt x="100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0"/>
                    <a:pt x="72" y="35"/>
                    <a:pt x="70" y="32"/>
                  </a:cubicBezTo>
                  <a:cubicBezTo>
                    <a:pt x="66" y="26"/>
                    <a:pt x="60" y="23"/>
                    <a:pt x="53" y="23"/>
                  </a:cubicBezTo>
                  <a:cubicBezTo>
                    <a:pt x="45" y="23"/>
                    <a:pt x="39" y="27"/>
                    <a:pt x="34" y="35"/>
                  </a:cubicBezTo>
                  <a:cubicBezTo>
                    <a:pt x="30" y="43"/>
                    <a:pt x="27" y="53"/>
                    <a:pt x="27" y="66"/>
                  </a:cubicBezTo>
                  <a:cubicBezTo>
                    <a:pt x="27" y="80"/>
                    <a:pt x="30" y="91"/>
                    <a:pt x="35" y="99"/>
                  </a:cubicBezTo>
                  <a:cubicBezTo>
                    <a:pt x="39" y="106"/>
                    <a:pt x="46" y="109"/>
                    <a:pt x="54" y="109"/>
                  </a:cubicBezTo>
                  <a:cubicBezTo>
                    <a:pt x="62" y="109"/>
                    <a:pt x="68" y="106"/>
                    <a:pt x="72" y="100"/>
                  </a:cubicBezTo>
                  <a:cubicBezTo>
                    <a:pt x="75" y="95"/>
                    <a:pt x="77" y="89"/>
                    <a:pt x="77" y="81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102" y="61"/>
                    <a:pt x="102" y="61"/>
                    <a:pt x="102" y="61"/>
                  </a:cubicBezTo>
                  <a:lnTo>
                    <a:pt x="102" y="129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  <p:sp>
          <p:nvSpPr>
            <p:cNvPr id="35" name="Freeform 51"/>
            <p:cNvSpPr>
              <a:spLocks/>
            </p:cNvSpPr>
            <p:nvPr userDrawn="1"/>
          </p:nvSpPr>
          <p:spPr bwMode="auto">
            <a:xfrm>
              <a:off x="11169651" y="5981700"/>
              <a:ext cx="26988" cy="25400"/>
            </a:xfrm>
            <a:custGeom>
              <a:avLst/>
              <a:gdLst>
                <a:gd name="T0" fmla="*/ 17 w 17"/>
                <a:gd name="T1" fmla="*/ 0 h 16"/>
                <a:gd name="T2" fmla="*/ 17 w 17"/>
                <a:gd name="T3" fmla="*/ 16 h 16"/>
                <a:gd name="T4" fmla="*/ 0 w 17"/>
                <a:gd name="T5" fmla="*/ 16 h 16"/>
                <a:gd name="T6" fmla="*/ 0 w 17"/>
                <a:gd name="T7" fmla="*/ 0 h 16"/>
                <a:gd name="T8" fmla="*/ 9 w 17"/>
                <a:gd name="T9" fmla="*/ 0 h 16"/>
                <a:gd name="T10" fmla="*/ 17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17" y="0"/>
                  </a:move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9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200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990809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eck 21"/>
          <p:cNvSpPr/>
          <p:nvPr userDrawn="1"/>
        </p:nvSpPr>
        <p:spPr bwMode="gray">
          <a:xfrm>
            <a:off x="0" y="5632453"/>
            <a:ext cx="10901363" cy="719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anchor="ctr"/>
          <a:lstStyle/>
          <a:p>
            <a:pPr algn="ctr" defTabSz="457171" eaLnBrk="1">
              <a:lnSpc>
                <a:spcPct val="90000"/>
              </a:lnSpc>
              <a:spcBef>
                <a:spcPct val="50000"/>
              </a:spcBef>
              <a:buClr>
                <a:srgbClr val="E20074"/>
              </a:buClr>
              <a:buSzPct val="75000"/>
              <a:buFont typeface="Wingdings" pitchFamily="2" charset="2"/>
              <a:buNone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9" y="252000"/>
            <a:ext cx="10872000" cy="504000"/>
          </a:xfrm>
        </p:spPr>
        <p:txBody>
          <a:bodyPr/>
          <a:lstStyle>
            <a:lvl1pPr marL="0" indent="0">
              <a:defRPr sz="2400"/>
            </a:lvl1pPr>
          </a:lstStyle>
          <a:p>
            <a:r>
              <a:rPr lang="en-US" err="1"/>
              <a:t>TeleGrotesk</a:t>
            </a:r>
            <a:r>
              <a:rPr lang="en-US"/>
              <a:t> Headline Ultra (24) 28 32 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3849" y="1476374"/>
            <a:ext cx="5364787" cy="435610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 marL="180975" indent="-180000">
              <a:buClr>
                <a:schemeClr val="tx1"/>
              </a:buClr>
              <a:defRPr sz="1400"/>
            </a:lvl3pPr>
            <a:lvl4pPr marL="360000" indent="-180000">
              <a:buClr>
                <a:schemeClr val="tx1"/>
              </a:buClr>
              <a:defRPr sz="1400"/>
            </a:lvl4pPr>
            <a:lvl5pPr marL="0" indent="0"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None/>
              <a:defRPr sz="1400" b="1">
                <a:solidFill>
                  <a:schemeClr val="tx2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Quotations/lead-in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>
          <a:xfrm>
            <a:off x="5831850" y="1476374"/>
            <a:ext cx="5364787" cy="435610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400" dirty="0" smtClean="0"/>
            </a:lvl1pPr>
            <a:lvl2pPr>
              <a:defRPr lang="de-DE" sz="1400" dirty="0" smtClean="0"/>
            </a:lvl2pPr>
            <a:lvl3pPr marL="180975" indent="-180000">
              <a:defRPr lang="de-DE" sz="1400" dirty="0" smtClean="0"/>
            </a:lvl3pPr>
            <a:lvl4pPr marL="360000" indent="-180000">
              <a:defRPr lang="de-DE" sz="1400" dirty="0" smtClean="0"/>
            </a:lvl4pPr>
            <a:lvl5pPr>
              <a:defRPr lang="en-US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3267739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out (3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4021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eck 21"/>
          <p:cNvSpPr/>
          <p:nvPr userDrawn="1"/>
        </p:nvSpPr>
        <p:spPr bwMode="gray">
          <a:xfrm>
            <a:off x="0" y="5632453"/>
            <a:ext cx="10901363" cy="719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anchor="ctr"/>
          <a:lstStyle/>
          <a:p>
            <a:pPr algn="ctr" defTabSz="457171" eaLnBrk="1">
              <a:lnSpc>
                <a:spcPct val="90000"/>
              </a:lnSpc>
              <a:spcBef>
                <a:spcPct val="50000"/>
              </a:spcBef>
              <a:buClr>
                <a:srgbClr val="E20074"/>
              </a:buClr>
              <a:buSzPct val="75000"/>
              <a:buFont typeface="Wingdings" pitchFamily="2" charset="2"/>
              <a:buNone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9" y="252000"/>
            <a:ext cx="10872000" cy="504000"/>
          </a:xfrm>
        </p:spPr>
        <p:txBody>
          <a:bodyPr/>
          <a:lstStyle>
            <a:lvl1pPr marL="0" indent="0">
              <a:defRPr sz="2400"/>
            </a:lvl1pPr>
          </a:lstStyle>
          <a:p>
            <a:r>
              <a:rPr lang="en-US" err="1"/>
              <a:t>TeleGrotesk</a:t>
            </a:r>
            <a:r>
              <a:rPr lang="en-US"/>
              <a:t> Headline Ultra (24) 28 32 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3850" y="1476374"/>
            <a:ext cx="3528000" cy="435610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 marL="180975" indent="-180000">
              <a:buClr>
                <a:schemeClr val="tx1"/>
              </a:buClr>
              <a:defRPr sz="1400"/>
            </a:lvl3pPr>
            <a:lvl4pPr marL="360000" indent="-180000">
              <a:buClr>
                <a:schemeClr val="tx1"/>
              </a:buClr>
              <a:defRPr sz="1400"/>
            </a:lvl4pPr>
            <a:lvl5pPr marL="0" indent="0"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None/>
              <a:defRPr lang="en-US" sz="14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996162" y="1476374"/>
            <a:ext cx="3528000" cy="435610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400" dirty="0" smtClean="0"/>
            </a:lvl1pPr>
            <a:lvl2pPr>
              <a:defRPr lang="de-DE" sz="1400" dirty="0" smtClean="0"/>
            </a:lvl2pPr>
            <a:lvl3pPr marL="180975" indent="-180000">
              <a:defRPr lang="de-DE" sz="1400" dirty="0" smtClean="0"/>
            </a:lvl3pPr>
            <a:lvl4pPr marL="360000" indent="-180000">
              <a:defRPr lang="de-DE" sz="1400" dirty="0" smtClean="0"/>
            </a:lvl4pPr>
            <a:lvl5pPr>
              <a:defRPr lang="en-US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>
          <a:xfrm>
            <a:off x="7668475" y="1476374"/>
            <a:ext cx="3528000" cy="435610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400" dirty="0" smtClean="0"/>
            </a:lvl1pPr>
            <a:lvl2pPr>
              <a:defRPr lang="de-DE" sz="1400" dirty="0" smtClean="0"/>
            </a:lvl2pPr>
            <a:lvl3pPr marL="180975" indent="-180000">
              <a:defRPr lang="de-DE" sz="1400" dirty="0" smtClean="0"/>
            </a:lvl3pPr>
            <a:lvl4pPr marL="360000" indent="-180000">
              <a:defRPr lang="de-DE" sz="1400" dirty="0" smtClean="0"/>
            </a:lvl4pPr>
            <a:lvl5pPr>
              <a:defRPr lang="en-US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799627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ndout (4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57403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eck 21"/>
          <p:cNvSpPr/>
          <p:nvPr userDrawn="1"/>
        </p:nvSpPr>
        <p:spPr bwMode="gray">
          <a:xfrm>
            <a:off x="0" y="5632453"/>
            <a:ext cx="10901363" cy="719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anchor="ctr"/>
          <a:lstStyle/>
          <a:p>
            <a:pPr algn="ctr" defTabSz="457171" eaLnBrk="1">
              <a:lnSpc>
                <a:spcPct val="90000"/>
              </a:lnSpc>
              <a:spcBef>
                <a:spcPct val="50000"/>
              </a:spcBef>
              <a:buClr>
                <a:srgbClr val="E20074"/>
              </a:buClr>
              <a:buSzPct val="75000"/>
              <a:buFont typeface="Wingdings" pitchFamily="2" charset="2"/>
              <a:buNone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999" y="252000"/>
            <a:ext cx="10872000" cy="504000"/>
          </a:xfrm>
        </p:spPr>
        <p:txBody>
          <a:bodyPr/>
          <a:lstStyle>
            <a:lvl1pPr marL="0" indent="0">
              <a:defRPr sz="2400"/>
            </a:lvl1pPr>
          </a:lstStyle>
          <a:p>
            <a:r>
              <a:rPr lang="en-US" err="1"/>
              <a:t>TeleGrotesk</a:t>
            </a:r>
            <a:r>
              <a:rPr lang="en-US"/>
              <a:t> Headline Ultra (24) 28 32 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23850" y="1476374"/>
            <a:ext cx="2610000" cy="4356101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 marL="180975" indent="-180000">
              <a:buClr>
                <a:schemeClr val="tx1"/>
              </a:buClr>
              <a:defRPr sz="1400"/>
            </a:lvl3pPr>
            <a:lvl4pPr marL="360000" indent="-180000">
              <a:buClr>
                <a:schemeClr val="tx1"/>
              </a:buClr>
              <a:defRPr sz="1400"/>
            </a:lvl4pPr>
            <a:lvl5pPr marL="0" indent="0"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None/>
              <a:defRPr lang="en-US" sz="14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078014" y="1476374"/>
            <a:ext cx="2610000" cy="435610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400" dirty="0" smtClean="0"/>
            </a:lvl1pPr>
            <a:lvl2pPr>
              <a:defRPr lang="de-DE" sz="1400" dirty="0" smtClean="0"/>
            </a:lvl2pPr>
            <a:lvl3pPr marL="180975" indent="-180000">
              <a:defRPr lang="de-DE" sz="1400" dirty="0" smtClean="0"/>
            </a:lvl3pPr>
            <a:lvl4pPr marL="360000" indent="-180000">
              <a:defRPr lang="de-DE" sz="1400" dirty="0" smtClean="0"/>
            </a:lvl4pPr>
            <a:lvl5pPr>
              <a:defRPr lang="en-US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>
          <a:xfrm>
            <a:off x="5831851" y="1476374"/>
            <a:ext cx="2610000" cy="435610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400" dirty="0" smtClean="0"/>
            </a:lvl1pPr>
            <a:lvl2pPr>
              <a:defRPr lang="de-DE" sz="1400" dirty="0" smtClean="0"/>
            </a:lvl2pPr>
            <a:lvl3pPr marL="180975" indent="-180000">
              <a:defRPr lang="de-DE" sz="1400" dirty="0" smtClean="0"/>
            </a:lvl3pPr>
            <a:lvl4pPr marL="360000" indent="-180000">
              <a:defRPr lang="de-DE" sz="1400" dirty="0" smtClean="0"/>
            </a:lvl4pPr>
            <a:lvl5pPr>
              <a:defRPr lang="en-US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half" idx="14" hasCustomPrompt="1"/>
          </p:nvPr>
        </p:nvSpPr>
        <p:spPr>
          <a:xfrm>
            <a:off x="8586638" y="1476374"/>
            <a:ext cx="2610000" cy="435610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400" baseline="0" dirty="0" smtClean="0"/>
            </a:lvl1pPr>
            <a:lvl2pPr>
              <a:defRPr lang="de-DE" sz="1400" dirty="0" smtClean="0"/>
            </a:lvl2pPr>
            <a:lvl3pPr marL="180975" indent="-180000">
              <a:defRPr lang="de-DE" sz="1400" dirty="0" smtClean="0"/>
            </a:lvl3pPr>
            <a:lvl4pPr marL="360000" indent="-180000">
              <a:defRPr lang="de-DE" sz="1400" dirty="0" smtClean="0"/>
            </a:lvl4pPr>
            <a:lvl5pPr>
              <a:defRPr lang="en-US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marL="0" lvl="4" indent="0" algn="l" defTabSz="576226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70000"/>
              <a:buFont typeface="Wingdings 2" panose="05020102010507070707" pitchFamily="18" charset="2"/>
              <a:buNone/>
            </a:pPr>
            <a:r>
              <a:rPr lang="en-US"/>
              <a:t>Quotations/lead-in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 noProof="0" err="1"/>
              <a:t>dd.mm.yyyy</a:t>
            </a:r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‹#›</a:t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369785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351FED-C2FB-40B3-9812-6EDF2B43D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Headline short </a:t>
            </a:r>
            <a:r>
              <a:rPr lang="en-US" err="1"/>
              <a:t>40pt</a:t>
            </a:r>
            <a:r>
              <a:rPr lang="en-US"/>
              <a:t> (double-spaced headline </a:t>
            </a:r>
            <a:r>
              <a:rPr lang="en-US" err="1"/>
              <a:t>24pt</a:t>
            </a:r>
            <a:r>
              <a:rPr lang="en-US"/>
              <a:t>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169C98-9B16-4EF5-8A15-DF119AD970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confidential, internal, public | Author | Topic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2C464D-9076-4D64-A912-896AEDF0E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A5E10D-79A5-49BA-9648-53481340C65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186323F-21B0-414B-B738-0CBC5536F2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90287" y="1403210"/>
            <a:ext cx="10342650" cy="4490472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849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59C7-B67C-0EE9-6DC2-EAC33A79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882B4-52A2-982C-DA9D-1570130C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/>
              <a:t>dd.mm.yyyy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44DFB-E659-10E6-DD40-38D7C8FE33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smtClean="0"/>
              <a:pPr fontAlgn="base">
                <a:spcAft>
                  <a:spcPct val="0"/>
                </a:spcAft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3B15F-77F8-E76A-378E-5425693690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29497710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4A03-7962-5105-D359-AF9441A3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37913-196D-6D7D-6A67-1C7CA39D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/>
              <a:t>dd.mm.yyyy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30AC0-11EF-0A16-AB4C-9ED473B1D7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smtClean="0"/>
              <a:pPr fontAlgn="base">
                <a:spcAft>
                  <a:spcPct val="0"/>
                </a:spcAft>
              </a:pPr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1AD24-11E8-B959-E5AA-85DCA8B636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– Strictly confidential, Confidential, Internal –     Author/Presentation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37071733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9655-1AE6-8244-5D83-D6B395766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863" y="1060450"/>
            <a:ext cx="8642350" cy="22558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6FC88-B83D-5C87-CCD9-7532A2D84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863" y="3403600"/>
            <a:ext cx="8642350" cy="15652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31062-4460-8E8C-6725-FA7AA63D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EF71D-B5AC-56AA-A0DA-0ABCCF5D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DEA53-4CD2-A18D-2574-4F8BBC78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014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8BA9-A02B-41C2-22A2-A7BF266A9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9D4FE-21AD-81CE-4627-CDF3850D7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6C55C-7CBB-3470-3A8E-78784221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29186-3F69-8E83-3885-0394B539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70A24-599B-6E84-478D-BC9D9656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6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B6F9-DE2A-A332-A001-C8F85616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1616075"/>
            <a:ext cx="9937750" cy="26955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D215A-B9B0-6293-F86B-5509BAC1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813" y="4337050"/>
            <a:ext cx="9937750" cy="14176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04F2-C82A-B1E6-EFAF-8DBED24F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6DA85-35D5-9FA2-0947-D2047C039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B531-C1EB-5848-697C-4182A1A2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078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5F37-5C5C-52D5-79D7-F33CB0C5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34DD0-A817-26E1-A13F-E49DE9A06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163" y="1725613"/>
            <a:ext cx="4892675" cy="4111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5FFC8-60F3-7014-3A59-3F9DAA82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7238" y="1725613"/>
            <a:ext cx="4892675" cy="4111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B8766-E197-3AC3-9452-E13D9118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D7066-AFFE-B6E3-F0B7-F7555520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FEC41-9701-1F42-A21A-03679EDC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02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25FA-7FF7-5802-6AD2-BB13D4E5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344488"/>
            <a:ext cx="9937750" cy="12525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F4AF8-3390-1A44-4F70-9D177AF4F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589088"/>
            <a:ext cx="4873625" cy="777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A8AC6-95F9-F0AF-8341-0E2AB5852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750" y="2366963"/>
            <a:ext cx="4873625" cy="3481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C3D73-3FEC-48EB-E11A-A9D7FF62B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2475" y="1589088"/>
            <a:ext cx="4899025" cy="777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BA5A45-7888-A096-4C88-32850B6B1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32475" y="2366963"/>
            <a:ext cx="4899025" cy="34813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D00D7-7310-B623-B2C4-6283A479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A10BA-416E-98F7-A725-3870FAFF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6086B4-5725-FE4A-6AE3-BBD0AA7A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792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76B3-6951-2EA5-465F-58A22D75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F9166-4713-B4AC-4F7B-7C3C088B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5B651-29B9-91A8-B878-5958C09EC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59EFA-2ECE-E378-1402-E3C73A8C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402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FCCC0A-BEA1-A849-C09E-4B5B3582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D2BBE-A693-7A2F-A6ED-000A8CB6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50DDC-776B-CBFB-1A5F-8FEC2083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01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090CD-0C72-03C9-BDA8-CEABF7F7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431800"/>
            <a:ext cx="3716338" cy="151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A66C-8DC1-A614-5EB6-BDCBD7C24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025" y="933450"/>
            <a:ext cx="5832475" cy="46053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73952-6A23-8866-D319-066088F06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50" y="1944688"/>
            <a:ext cx="3716338" cy="3600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2D10B-81D5-ED57-1A1D-41390449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1160E-AA77-56EE-15C2-F0E8625A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9AF37-4610-9B05-0D3D-6135600E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610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6F24-6EBB-FB8E-64E8-AB9A03B4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431800"/>
            <a:ext cx="3716338" cy="151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9ED88-2404-5632-EFED-02499058F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9025" y="933450"/>
            <a:ext cx="5832475" cy="4605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47A7A-8859-1276-751E-03753C96D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750" y="1944688"/>
            <a:ext cx="3716338" cy="3600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4A3EA-1873-9732-148B-E9216EF9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33D89-40A1-E88D-870C-78EFAD21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1B94D-C328-F04C-BAFB-F4DB432D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031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1F98-123A-2B3F-D0FC-88C0BB0CE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0C358-A07F-C852-9C49-E8D3AEAED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AE455-894E-B64A-43E6-F93FA152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DDB8A-676E-C945-4D2C-E40422E0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9C82-D7B5-D09E-9CA9-87949D07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914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B8EF0-8473-3C3D-7AA8-93FAF992D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45475" y="344488"/>
            <a:ext cx="2484438" cy="54927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D6DEC-1525-C86C-ED33-C276D80F7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2163" y="344488"/>
            <a:ext cx="7300912" cy="54927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241EF-07C6-800E-40DF-820A4078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AF9BB-85DF-062C-313A-1D2F6C8B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7BA25-6F2F-1B46-E0A5-1BB661E5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620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5C92-10E6-0F3F-6A3B-086A7B7C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BF3D5-1759-9108-2744-3CE55FF0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10D8A-9AC9-FDA6-0F0D-16F408C6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7F610-F674-FCE7-0D73-D596E9A2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5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22422994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2" imgW="360" imgH="360" progId="TCLayout.ActiveDocument.1">
                  <p:embed/>
                </p:oleObj>
              </mc:Choice>
              <mc:Fallback>
                <p:oleObj name="think-cell Folie" r:id="rId32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gray">
          <a:xfrm>
            <a:off x="323851" y="198000"/>
            <a:ext cx="10872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324000" y="1476000"/>
            <a:ext cx="10872000" cy="403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9907200" y="5832001"/>
            <a:ext cx="828000" cy="324000"/>
          </a:xfrm>
          <a:prstGeom prst="rect">
            <a:avLst/>
          </a:prstGeom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 defTabSz="576226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150">
                <a:solidFill>
                  <a:schemeClr val="tx1"/>
                </a:solidFill>
                <a:latin typeface="TeleGrotesk Next" pitchFamily="2" charset="0"/>
                <a:cs typeface="TeleGrotesk Next" pitchFamily="2" charset="0"/>
                <a:sym typeface="TeleGrotesk Next" pitchFamily="2" charset="0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US" err="1"/>
              <a:t>dd.mm.yyyy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0836000" y="5832001"/>
            <a:ext cx="360000" cy="32400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defTabSz="576226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150">
                <a:solidFill>
                  <a:schemeClr val="tx1"/>
                </a:solidFill>
                <a:latin typeface="TeleGrotesk Next" pitchFamily="2" charset="0"/>
                <a:cs typeface="TeleGrotesk Next" pitchFamily="2" charset="0"/>
                <a:sym typeface="TeleGrotesk Next" pitchFamily="2" charset="0"/>
              </a:defRPr>
            </a:lvl1pPr>
          </a:lstStyle>
          <a:p>
            <a:pPr fontAlgn="base">
              <a:spcAft>
                <a:spcPct val="0"/>
              </a:spcAft>
            </a:pPr>
            <a:fld id="{31ED8236-F742-4994-B025-3D78EEC04644}" type="slidenum">
              <a:rPr lang="en-US" smtClean="0"/>
              <a:pPr fontAlgn="base">
                <a:spcAft>
                  <a:spcPct val="0"/>
                </a:spcAft>
              </a:pPr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4662000" y="5832001"/>
            <a:ext cx="5148000" cy="324000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defTabSz="576226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150">
                <a:solidFill>
                  <a:schemeClr val="tx1"/>
                </a:solidFill>
                <a:latin typeface="TeleGrotesk Next" pitchFamily="2" charset="0"/>
                <a:cs typeface="TeleGrotesk Next" pitchFamily="2" charset="0"/>
                <a:sym typeface="TeleGrotesk Next" pitchFamily="2" charset="0"/>
              </a:defRPr>
            </a:lvl1pPr>
          </a:lstStyle>
          <a:p>
            <a:r>
              <a:rPr lang="en-US"/>
              <a:t>– Strictly confidential, Confidential, Internal –     Author/Presentation Topic</a:t>
            </a:r>
          </a:p>
        </p:txBody>
      </p:sp>
      <p:pic>
        <p:nvPicPr>
          <p:cNvPr id="3" name="Picture 2" descr="Logo&#10;&#10;Description automatically generated with low confidence">
            <a:extLst>
              <a:ext uri="{FF2B5EF4-FFF2-40B4-BE49-F238E27FC236}">
                <a16:creationId xmlns:a16="http://schemas.microsoft.com/office/drawing/2014/main" id="{85CE159B-70B7-111E-BCEF-5A4168E896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9543" b="2077"/>
          <a:stretch/>
        </p:blipFill>
        <p:spPr>
          <a:xfrm>
            <a:off x="323851" y="5835918"/>
            <a:ext cx="260665" cy="3429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86" r:id="rId9"/>
    <p:sldLayoutId id="2147483987" r:id="rId10"/>
    <p:sldLayoutId id="2147483988" r:id="rId11"/>
    <p:sldLayoutId id="2147483989" r:id="rId12"/>
    <p:sldLayoutId id="2147483718" r:id="rId13"/>
    <p:sldLayoutId id="2147483722" r:id="rId14"/>
    <p:sldLayoutId id="2147483723" r:id="rId15"/>
    <p:sldLayoutId id="2147483969" r:id="rId16"/>
    <p:sldLayoutId id="2147483970" r:id="rId17"/>
    <p:sldLayoutId id="2147483972" r:id="rId18"/>
    <p:sldLayoutId id="2147483971" r:id="rId19"/>
    <p:sldLayoutId id="2147483973" r:id="rId20"/>
    <p:sldLayoutId id="2147483716" r:id="rId21"/>
    <p:sldLayoutId id="2147483898" r:id="rId22"/>
    <p:sldLayoutId id="2147483711" r:id="rId23"/>
    <p:sldLayoutId id="2147483930" r:id="rId24"/>
    <p:sldLayoutId id="2147483959" r:id="rId25"/>
    <p:sldLayoutId id="2147483960" r:id="rId26"/>
    <p:sldLayoutId id="2147483997" r:id="rId27"/>
    <p:sldLayoutId id="2147483998" r:id="rId28"/>
    <p:sldLayoutId id="2147483999" r:id="rId29"/>
  </p:sldLayoutIdLst>
  <p:hf hdr="0" ftr="0" dt="0"/>
  <p:txStyles>
    <p:titleStyle>
      <a:lvl1pPr marL="0" indent="0" algn="l" defTabSz="457322" rtl="0" eaLnBrk="1" fontAlgn="base" hangingPunct="1">
        <a:lnSpc>
          <a:spcPct val="100000"/>
        </a:lnSpc>
        <a:spcBef>
          <a:spcPts val="0"/>
        </a:spcBef>
        <a:spcAft>
          <a:spcPct val="0"/>
        </a:spcAft>
        <a:defRPr lang="de-DE" sz="3200" kern="1200" cap="all" baseline="0" dirty="0">
          <a:solidFill>
            <a:schemeClr val="tx2"/>
          </a:solidFill>
          <a:latin typeface="TeleGrotesk Next Ultra" pitchFamily="2" charset="0"/>
          <a:ea typeface="+mj-ea"/>
          <a:cs typeface="TeleGrotesk Next Ultra" pitchFamily="2" charset="0"/>
          <a:sym typeface="TeleGrotesk Next Ultra" pitchFamily="2" charset="0"/>
        </a:defRPr>
      </a:lvl1pPr>
      <a:lvl2pPr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2pPr>
      <a:lvl3pPr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3pPr>
      <a:lvl4pPr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4pPr>
      <a:lvl5pPr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5pPr>
      <a:lvl6pPr marL="457171"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6pPr>
      <a:lvl7pPr marL="914342"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7pPr>
      <a:lvl8pPr marL="1371513"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8pPr>
      <a:lvl9pPr marL="1828683" algn="l" defTabSz="57622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ele-GroteskUlt" pitchFamily="2" charset="0"/>
        </a:defRPr>
      </a:lvl9pPr>
    </p:titleStyle>
    <p:bodyStyle>
      <a:lvl1pPr algn="l" defTabSz="576226" rtl="0" eaLnBrk="1" fontAlgn="base" hangingPunct="1">
        <a:lnSpc>
          <a:spcPct val="100000"/>
        </a:lnSpc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defRPr sz="1800" b="1" kern="1200">
          <a:solidFill>
            <a:schemeClr val="tx1"/>
          </a:solidFill>
          <a:latin typeface="+mn-lt"/>
          <a:ea typeface="+mn-ea"/>
          <a:cs typeface="+mn-cs"/>
          <a:sym typeface="Blackadder ITC" panose="04020505051007020D02" pitchFamily="82" charset="0"/>
        </a:defRPr>
      </a:lvl1pPr>
      <a:lvl2pPr marL="1588" algn="l" defTabSz="576226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chemeClr val="tx2"/>
        </a:buClr>
        <a:buFont typeface="Wingdings" pitchFamily="2" charset="2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216000" algn="l" defTabSz="576226" rtl="0" eaLnBrk="1" fontAlgn="base" hangingPunct="1">
        <a:lnSpc>
          <a:spcPct val="100000"/>
        </a:lnSpc>
        <a:spcBef>
          <a:spcPts val="300"/>
        </a:spcBef>
        <a:spcAft>
          <a:spcPct val="0"/>
        </a:spcAft>
        <a:buClr>
          <a:schemeClr val="tx1"/>
        </a:buClr>
        <a:buSzPct val="70000"/>
        <a:buFont typeface="Wingdings 2" panose="05020102010507070707" pitchFamily="18" charset="2"/>
        <a:buChar char="¡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215886" algn="l" defTabSz="576226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70000"/>
        <a:buFont typeface="Wingdings 2" panose="05020102010507070707" pitchFamily="18" charset="2"/>
        <a:buChar char="¡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216000" algn="l" defTabSz="576226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70000"/>
        <a:buFont typeface="Wingdings 2" panose="05020102010507070707" pitchFamily="18" charset="2"/>
        <a:buChar char="¡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40" indent="-228585" algn="l" defTabSz="45717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09" indent="-228585" algn="l" defTabSz="45717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0" indent="-228585" algn="l" defTabSz="45717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1" indent="-228585" algn="l" defTabSz="45717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3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4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5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5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5" algn="l" defTabSz="457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29" userDrawn="1">
          <p15:clr>
            <a:srgbClr val="F26B43"/>
          </p15:clr>
        </p15:guide>
        <p15:guide id="3" orient="horz" pos="930" userDrawn="1">
          <p15:clr>
            <a:srgbClr val="F26B43"/>
          </p15:clr>
        </p15:guide>
        <p15:guide id="4" orient="horz" pos="3470" userDrawn="1">
          <p15:clr>
            <a:srgbClr val="F26B43"/>
          </p15:clr>
        </p15:guide>
        <p15:guide id="5" orient="horz" pos="3878" userDrawn="1">
          <p15:clr>
            <a:srgbClr val="F26B43"/>
          </p15:clr>
        </p15:guide>
        <p15:guide id="6" pos="204" userDrawn="1">
          <p15:clr>
            <a:srgbClr val="F26B43"/>
          </p15:clr>
        </p15:guide>
        <p15:guide id="7" pos="7054" userDrawn="1">
          <p15:clr>
            <a:srgbClr val="F26B43"/>
          </p15:clr>
        </p15:guide>
        <p15:guide id="8" orient="horz" pos="3674" userDrawn="1">
          <p15:clr>
            <a:srgbClr val="F26B43"/>
          </p15:clr>
        </p15:guide>
        <p15:guide id="9" orient="horz" pos="3266" userDrawn="1">
          <p15:clr>
            <a:srgbClr val="F26B43"/>
          </p15:clr>
        </p15:guide>
        <p15:guide id="11" orient="horz" pos="204" userDrawn="1">
          <p15:clr>
            <a:srgbClr val="F26B43"/>
          </p15:clr>
        </p15:guide>
        <p15:guide id="12" pos="1848" userDrawn="1">
          <p15:clr>
            <a:srgbClr val="F26B43"/>
          </p15:clr>
        </p15:guide>
        <p15:guide id="13" pos="1939" userDrawn="1">
          <p15:clr>
            <a:srgbClr val="F26B43"/>
          </p15:clr>
        </p15:guide>
        <p15:guide id="14" pos="3674" userDrawn="1">
          <p15:clr>
            <a:srgbClr val="F26B43"/>
          </p15:clr>
        </p15:guide>
        <p15:guide id="15" pos="3584" userDrawn="1">
          <p15:clr>
            <a:srgbClr val="F26B43"/>
          </p15:clr>
        </p15:guide>
        <p15:guide id="16" pos="5410" userDrawn="1">
          <p15:clr>
            <a:srgbClr val="F26B43"/>
          </p15:clr>
        </p15:guide>
        <p15:guide id="17" pos="531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10BC9-2F1D-BCB6-84DD-073FEF8D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676C2-C873-40D0-6DEC-681D10771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AA8B6-E2C2-AFA0-CAEF-DBF4BE9F9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163" y="6005513"/>
            <a:ext cx="259238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85B76-1DC9-F542-AFDC-251E6C486E90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D728D-EDF3-F078-7FFB-7C7D088B4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6350" y="6005513"/>
            <a:ext cx="38893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8C934-7585-9F61-D49B-04D0A27A9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37525" y="6005513"/>
            <a:ext cx="2592388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E4E32-D33E-2A40-9C55-8AED7978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5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  <p:sldLayoutId id="2147484011" r:id="rId11"/>
    <p:sldLayoutId id="21474840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telekom.de/browse/DOT-9556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23361-3C76-18C7-C4B6-78C31805CF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31ED8236-F742-4994-B025-3D78EEC04644}" type="slidenum">
              <a:rPr lang="en-US" noProof="0" smtClean="0"/>
              <a:pPr fontAlgn="base">
                <a:spcAft>
                  <a:spcPct val="0"/>
                </a:spcAft>
              </a:pPr>
              <a:t>1</a:t>
            </a:fld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36492-6C4C-D615-0F78-DEAFB0C5FC89}"/>
              </a:ext>
            </a:extLst>
          </p:cNvPr>
          <p:cNvSpPr txBox="1"/>
          <p:nvPr/>
        </p:nvSpPr>
        <p:spPr bwMode="gray">
          <a:xfrm>
            <a:off x="1010653" y="304800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75A6680-4F46-11D0-9D8F-148A42EF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72" y="2338544"/>
            <a:ext cx="10792728" cy="901543"/>
          </a:xfrm>
        </p:spPr>
        <p:txBody>
          <a:bodyPr/>
          <a:lstStyle/>
          <a:p>
            <a:r>
              <a:rPr lang="en-US" sz="5400" cap="none" dirty="0">
                <a:latin typeface="Arial Rounded MT Bold" panose="020F0704030504030204" pitchFamily="34" charset="77"/>
              </a:rPr>
              <a:t>Critical Incident Summary</a:t>
            </a:r>
            <a:br>
              <a:rPr lang="en-US" sz="4400" cap="none" dirty="0">
                <a:latin typeface="Arial Rounded MT Bold" panose="020F0704030504030204" pitchFamily="34" charset="77"/>
              </a:rPr>
            </a:br>
            <a:r>
              <a:rPr lang="en-US" cap="none" dirty="0">
                <a:latin typeface="Arial Rounded MT Bold" panose="020F0704030504030204" pitchFamily="34" charset="77"/>
              </a:rPr>
              <a:t> 19</a:t>
            </a:r>
            <a:r>
              <a:rPr lang="en-US" cap="none" baseline="30000" dirty="0">
                <a:latin typeface="Arial Rounded MT Bold" panose="020F0704030504030204" pitchFamily="34" charset="77"/>
              </a:rPr>
              <a:t>th</a:t>
            </a:r>
            <a:r>
              <a:rPr lang="en-US" cap="none" dirty="0">
                <a:latin typeface="Arial Rounded MT Bold" panose="020F0704030504030204" pitchFamily="34" charset="77"/>
              </a:rPr>
              <a:t> May’25(Monday) – 26</a:t>
            </a:r>
            <a:r>
              <a:rPr lang="en-US" cap="none" baseline="30000" dirty="0">
                <a:latin typeface="Arial Rounded MT Bold" panose="020F0704030504030204" pitchFamily="34" charset="77"/>
              </a:rPr>
              <a:t>th</a:t>
            </a:r>
            <a:r>
              <a:rPr lang="en-US" cap="none" dirty="0">
                <a:latin typeface="Arial Rounded MT Bold" panose="020F0704030504030204" pitchFamily="34" charset="77"/>
              </a:rPr>
              <a:t> May’25(Monday)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D2B3C-D00E-1097-FDCB-7D679C70D93A}"/>
              </a:ext>
            </a:extLst>
          </p:cNvPr>
          <p:cNvSpPr txBox="1"/>
          <p:nvPr/>
        </p:nvSpPr>
        <p:spPr bwMode="gray">
          <a:xfrm>
            <a:off x="668215" y="339969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21AFB-F383-F79C-96BB-6B5272242D8F}"/>
              </a:ext>
            </a:extLst>
          </p:cNvPr>
          <p:cNvSpPr txBox="1"/>
          <p:nvPr/>
        </p:nvSpPr>
        <p:spPr bwMode="gray">
          <a:xfrm>
            <a:off x="-1711569" y="1289538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65CF3-0593-9872-B20A-80D7B0924033}"/>
              </a:ext>
            </a:extLst>
          </p:cNvPr>
          <p:cNvSpPr txBox="1"/>
          <p:nvPr/>
        </p:nvSpPr>
        <p:spPr bwMode="gray">
          <a:xfrm>
            <a:off x="11289323" y="1828800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87122-DACC-83BD-53B5-51585762EDD5}"/>
              </a:ext>
            </a:extLst>
          </p:cNvPr>
          <p:cNvSpPr txBox="1"/>
          <p:nvPr/>
        </p:nvSpPr>
        <p:spPr bwMode="gray">
          <a:xfrm>
            <a:off x="6783572" y="1913860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4FAA6-11ED-56B3-9D78-9DFE65A48A4F}"/>
              </a:ext>
            </a:extLst>
          </p:cNvPr>
          <p:cNvSpPr txBox="1"/>
          <p:nvPr/>
        </p:nvSpPr>
        <p:spPr bwMode="gray">
          <a:xfrm>
            <a:off x="-95693" y="2264735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23E93-F277-A5FB-3A8C-8882E06E22F2}"/>
              </a:ext>
            </a:extLst>
          </p:cNvPr>
          <p:cNvSpPr txBox="1"/>
          <p:nvPr/>
        </p:nvSpPr>
        <p:spPr bwMode="gray">
          <a:xfrm>
            <a:off x="6106160" y="4429760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0D5219-0307-7F20-FACE-AB4435156C96}"/>
              </a:ext>
            </a:extLst>
          </p:cNvPr>
          <p:cNvSpPr txBox="1"/>
          <p:nvPr/>
        </p:nvSpPr>
        <p:spPr bwMode="gray">
          <a:xfrm>
            <a:off x="-613064" y="2504209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1A0F87-E1D0-F03F-3336-DFDA47BE8BF4}"/>
              </a:ext>
            </a:extLst>
          </p:cNvPr>
          <p:cNvSpPr txBox="1"/>
          <p:nvPr/>
        </p:nvSpPr>
        <p:spPr bwMode="gray">
          <a:xfrm>
            <a:off x="5019040" y="792480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</p:spTree>
    <p:extLst>
      <p:ext uri="{BB962C8B-B14F-4D97-AF65-F5344CB8AC3E}">
        <p14:creationId xmlns:p14="http://schemas.microsoft.com/office/powerpoint/2010/main" val="1296720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7698-C927-8FD3-4F5A-ABB6CE55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41FD01-0FF8-0D25-47CE-B21E387A8F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A5E10D-79A5-49BA-9648-53481340C65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33AC1E-D02F-8072-8F4C-23C6F8BD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3" y="-13573"/>
            <a:ext cx="10872000" cy="281598"/>
          </a:xfrm>
        </p:spPr>
        <p:txBody>
          <a:bodyPr/>
          <a:lstStyle/>
          <a:p>
            <a:r>
              <a:rPr lang="en-IN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CDP - Backends Contract Event Mismatch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F56FA-23D4-0910-BD97-B901E09EF6C6}"/>
              </a:ext>
            </a:extLst>
          </p:cNvPr>
          <p:cNvSpPr txBox="1"/>
          <p:nvPr/>
        </p:nvSpPr>
        <p:spPr bwMode="gray">
          <a:xfrm>
            <a:off x="314324" y="229925"/>
            <a:ext cx="10871999" cy="25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62492"/>
                      <a:gd name="connsiteY0" fmla="*/ 0 h 417553"/>
                      <a:gd name="connsiteX1" fmla="*/ 10562492 w 10562492"/>
                      <a:gd name="connsiteY1" fmla="*/ 0 h 417553"/>
                      <a:gd name="connsiteX2" fmla="*/ 10562492 w 10562492"/>
                      <a:gd name="connsiteY2" fmla="*/ 417553 h 417553"/>
                      <a:gd name="connsiteX3" fmla="*/ 0 w 10562492"/>
                      <a:gd name="connsiteY3" fmla="*/ 417553 h 417553"/>
                      <a:gd name="connsiteX4" fmla="*/ 0 w 10562492"/>
                      <a:gd name="connsiteY4" fmla="*/ 0 h 417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62492" h="417553" fill="none" extrusionOk="0">
                        <a:moveTo>
                          <a:pt x="0" y="0"/>
                        </a:moveTo>
                        <a:cubicBezTo>
                          <a:pt x="2199622" y="-49533"/>
                          <a:pt x="7948057" y="-14809"/>
                          <a:pt x="10562492" y="0"/>
                        </a:cubicBezTo>
                        <a:cubicBezTo>
                          <a:pt x="10531025" y="177670"/>
                          <a:pt x="10547315" y="366517"/>
                          <a:pt x="10562492" y="417553"/>
                        </a:cubicBezTo>
                        <a:cubicBezTo>
                          <a:pt x="5879200" y="369322"/>
                          <a:pt x="3624225" y="502008"/>
                          <a:pt x="0" y="417553"/>
                        </a:cubicBezTo>
                        <a:cubicBezTo>
                          <a:pt x="-34841" y="310009"/>
                          <a:pt x="-7416" y="42632"/>
                          <a:pt x="0" y="0"/>
                        </a:cubicBezTo>
                        <a:close/>
                      </a:path>
                      <a:path w="10562492" h="417553" stroke="0" extrusionOk="0">
                        <a:moveTo>
                          <a:pt x="0" y="0"/>
                        </a:moveTo>
                        <a:cubicBezTo>
                          <a:pt x="4476486" y="118645"/>
                          <a:pt x="5401203" y="116012"/>
                          <a:pt x="10562492" y="0"/>
                        </a:cubicBezTo>
                        <a:cubicBezTo>
                          <a:pt x="10593506" y="71795"/>
                          <a:pt x="10578637" y="258879"/>
                          <a:pt x="10562492" y="417553"/>
                        </a:cubicBezTo>
                        <a:cubicBezTo>
                          <a:pt x="5372394" y="552153"/>
                          <a:pt x="2994058" y="260357"/>
                          <a:pt x="0" y="417553"/>
                        </a:cubicBezTo>
                        <a:cubicBezTo>
                          <a:pt x="-20421" y="248606"/>
                          <a:pt x="-3049" y="1110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001">
            <a:schemeClr val="dk2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600" b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</a:rPr>
              <a:t>INCIDENT DETAILS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5019CA4-921F-2128-8EA1-6721C03F2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94119"/>
              </p:ext>
            </p:extLst>
          </p:nvPr>
        </p:nvGraphicFramePr>
        <p:xfrm>
          <a:off x="320672" y="502538"/>
          <a:ext cx="10865653" cy="648207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11861">
                  <a:extLst>
                    <a:ext uri="{9D8B030D-6E8A-4147-A177-3AD203B41FA5}">
                      <a16:colId xmlns:a16="http://schemas.microsoft.com/office/drawing/2014/main" val="1305465861"/>
                    </a:ext>
                  </a:extLst>
                </a:gridCol>
                <a:gridCol w="2113095">
                  <a:extLst>
                    <a:ext uri="{9D8B030D-6E8A-4147-A177-3AD203B41FA5}">
                      <a16:colId xmlns:a16="http://schemas.microsoft.com/office/drawing/2014/main" val="2951223490"/>
                    </a:ext>
                  </a:extLst>
                </a:gridCol>
                <a:gridCol w="1333948">
                  <a:extLst>
                    <a:ext uri="{9D8B030D-6E8A-4147-A177-3AD203B41FA5}">
                      <a16:colId xmlns:a16="http://schemas.microsoft.com/office/drawing/2014/main" val="1231562071"/>
                    </a:ext>
                  </a:extLst>
                </a:gridCol>
                <a:gridCol w="1495229">
                  <a:extLst>
                    <a:ext uri="{9D8B030D-6E8A-4147-A177-3AD203B41FA5}">
                      <a16:colId xmlns:a16="http://schemas.microsoft.com/office/drawing/2014/main" val="3858628115"/>
                    </a:ext>
                  </a:extLst>
                </a:gridCol>
                <a:gridCol w="1151153">
                  <a:extLst>
                    <a:ext uri="{9D8B030D-6E8A-4147-A177-3AD203B41FA5}">
                      <a16:colId xmlns:a16="http://schemas.microsoft.com/office/drawing/2014/main" val="2098183672"/>
                    </a:ext>
                  </a:extLst>
                </a:gridCol>
                <a:gridCol w="1581374">
                  <a:extLst>
                    <a:ext uri="{9D8B030D-6E8A-4147-A177-3AD203B41FA5}">
                      <a16:colId xmlns:a16="http://schemas.microsoft.com/office/drawing/2014/main" val="1236241775"/>
                    </a:ext>
                  </a:extLst>
                </a:gridCol>
                <a:gridCol w="1018988">
                  <a:extLst>
                    <a:ext uri="{9D8B030D-6E8A-4147-A177-3AD203B41FA5}">
                      <a16:colId xmlns:a16="http://schemas.microsoft.com/office/drawing/2014/main" val="433587694"/>
                    </a:ext>
                  </a:extLst>
                </a:gridCol>
                <a:gridCol w="1260005">
                  <a:extLst>
                    <a:ext uri="{9D8B030D-6E8A-4147-A177-3AD203B41FA5}">
                      <a16:colId xmlns:a16="http://schemas.microsoft.com/office/drawing/2014/main" val="1840045563"/>
                    </a:ext>
                  </a:extLst>
                </a:gridCol>
              </a:tblGrid>
              <a:tr h="406393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Alert Timing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NA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Created/Reported</a:t>
                      </a:r>
                      <a:endParaRPr lang="en-US" sz="1100">
                        <a:latin typeface="Arial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19</a:t>
                      </a:r>
                      <a:r>
                        <a:rPr lang="en-US" sz="900" b="0" kern="1200" baseline="300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st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 May’25 07:35 CET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Acknowledged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19</a:t>
                      </a:r>
                      <a:r>
                        <a:rPr lang="en-US" sz="900" b="0" kern="1200" baseline="300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st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 May’25 07:35 CET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Resolved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64443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Impact Duration</a:t>
                      </a:r>
                      <a:endParaRPr lang="en-US" sz="1100" b="1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19</a:t>
                      </a:r>
                      <a:r>
                        <a:rPr lang="en-US" sz="900" b="0" kern="1200" baseline="300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st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 May’25 07:35 CET - 24</a:t>
                      </a:r>
                      <a:r>
                        <a:rPr lang="en-US" sz="900" b="0" kern="1200" baseline="300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th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 May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Reported by</a:t>
                      </a:r>
                      <a:endParaRPr lang="en-US" sz="1100">
                        <a:latin typeface="Arial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717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9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Touchpoint Enabler Team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b="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b="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296418"/>
                  </a:ext>
                </a:extLst>
              </a:tr>
              <a:tr h="406393">
                <a:tc vMerge="1">
                  <a:txBody>
                    <a:bodyPr/>
                    <a:lstStyle/>
                    <a:p>
                      <a:pPr marL="0" marR="0" lvl="0" indent="0" algn="ctr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Impact Duration</a:t>
                      </a:r>
                      <a:endParaRPr lang="en-HU" sz="1100" b="1" kern="12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 May’24 </a:t>
                      </a:r>
                    </a:p>
                    <a:p>
                      <a:pPr algn="ctr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18:51 – 19:47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Resolved by</a:t>
                      </a:r>
                      <a:endParaRPr lang="en-US" sz="1100" b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891101"/>
                  </a:ext>
                </a:extLst>
              </a:tr>
              <a:tr h="420907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Impact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7145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Some contracts are missing in channels (</a:t>
                      </a:r>
                      <a:r>
                        <a:rPr lang="en-IN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OneX</a:t>
                      </a:r>
                      <a:r>
                        <a:rPr lang="en-I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, </a:t>
                      </a:r>
                      <a:r>
                        <a:rPr lang="en-IN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mmkc</a:t>
                      </a:r>
                      <a:r>
                        <a:rPr lang="en-I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,)</a:t>
                      </a:r>
                    </a:p>
                    <a:p>
                      <a:pPr marL="171450" marR="0" lvl="0" indent="-17145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DE(0.093% mobile) &amp; (1.2% Fixed)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Natco’s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Impacted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NatCo</a:t>
                      </a:r>
                      <a:r>
                        <a:rPr lang="en-US" sz="9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(DE)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52962999"/>
                  </a:ext>
                </a:extLst>
              </a:tr>
              <a:tr h="441226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Summary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buFont typeface="+mj-lt"/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Analysis: VBKZ-based Merge Logic in CDP</a:t>
                      </a:r>
                    </a:p>
                    <a:p>
                      <a:pPr marL="228600" indent="-228600">
                        <a:spcBef>
                          <a:spcPts val="600"/>
                        </a:spcBef>
                        <a:buFont typeface="+mj-lt"/>
                        <a:buAutoNum type="arabicPeriod"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CDP Logic Before April 2025: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CDP created a permanent CDP ID for convergent customers based on </a:t>
                      </a:r>
                      <a:r>
                        <a:rPr lang="en-IN" sz="9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iKDB</a:t>
                      </a: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matching quality alone.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VBKZ value was not considered in merge decision.</a:t>
                      </a:r>
                    </a:p>
                    <a:p>
                      <a:pPr marL="228600" indent="-228600">
                        <a:spcBef>
                          <a:spcPts val="600"/>
                        </a:spcBef>
                        <a:buFont typeface="+mj-lt"/>
                        <a:buAutoNum type="arabicPeriod"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 Requirement Introduced: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CDP should only merge customers if: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iKDB</a:t>
                      </a: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matching quality is 100%, and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VBKZ values match in Carmen and CRM-T.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Also mandated: reconciliation of historical customer merges using this new logic.</a:t>
                      </a:r>
                    </a:p>
                    <a:p>
                      <a:pPr marL="228600" indent="-228600">
                        <a:spcBef>
                          <a:spcPts val="600"/>
                        </a:spcBef>
                        <a:buFont typeface="+mj-lt"/>
                        <a:buAutoNum type="arabicPeriod"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Post-Implementation Issue: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Customers reported missing contracts from different channels (MMA, MMKC, </a:t>
                      </a:r>
                      <a:r>
                        <a:rPr lang="en-IN" sz="9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Oneshop</a:t>
                      </a: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Escalations indicated incomplete customer views across systems.</a:t>
                      </a:r>
                    </a:p>
                    <a:p>
                      <a:pPr marL="228600" indent="-228600">
                        <a:spcBef>
                          <a:spcPts val="600"/>
                        </a:spcBef>
                        <a:buFont typeface="+mj-lt"/>
                        <a:buAutoNum type="arabicPeriod"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Root Cause Identified: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Carmen backend team found that ~200K customers had incorrect VBKZ values.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This caused valid customer relationships to break under new merge logic.</a:t>
                      </a:r>
                    </a:p>
                    <a:p>
                      <a:pPr marL="228600" indent="-228600">
                        <a:spcBef>
                          <a:spcPts val="600"/>
                        </a:spcBef>
                        <a:buFont typeface="+mj-lt"/>
                        <a:buAutoNum type="arabicPeriod"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Interim Fix: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Carmen team set incorrect VBKZ values to NULL for the impacted customers.</a:t>
                      </a:r>
                    </a:p>
                    <a:p>
                      <a:pPr marL="228600" indent="-228600">
                        <a:spcBef>
                          <a:spcPts val="600"/>
                        </a:spcBef>
                        <a:buFont typeface="+mj-lt"/>
                        <a:buAutoNum type="arabicPeriod"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CDP Reconciliation Impact: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CDP now needs to reprocess ~200K impacted customer records 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 per current logic, NULL VBKZ is treated as a private customer, 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CDP must clean up and correct these profiles to ensure: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Accurate customer identity representation.</a:t>
                      </a:r>
                    </a:p>
                    <a:p>
                      <a:pPr marL="685771" lvl="1" indent="-2286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 visibility of contracts across all channels.</a:t>
                      </a:r>
                    </a:p>
                    <a:p>
                      <a:pPr marL="228600" indent="-228600">
                        <a:spcBef>
                          <a:spcPts val="600"/>
                        </a:spcBef>
                        <a:buFont typeface="+mj-lt"/>
                        <a:buAutoNum type="arabicPeriod"/>
                      </a:pPr>
                      <a:endParaRPr lang="en-IN" sz="9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4577618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C55CAE-D67B-0501-C1BF-FE1A818491CF}"/>
              </a:ext>
            </a:extLst>
          </p:cNvPr>
          <p:cNvSpPr txBox="1"/>
          <p:nvPr/>
        </p:nvSpPr>
        <p:spPr bwMode="gray">
          <a:xfrm>
            <a:off x="3597310" y="100484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339DD-70AB-635B-C64A-F6FFE9448EE7}"/>
              </a:ext>
            </a:extLst>
          </p:cNvPr>
          <p:cNvSpPr txBox="1"/>
          <p:nvPr/>
        </p:nvSpPr>
        <p:spPr bwMode="gray">
          <a:xfrm>
            <a:off x="7235687" y="129209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</p:spTree>
    <p:extLst>
      <p:ext uri="{BB962C8B-B14F-4D97-AF65-F5344CB8AC3E}">
        <p14:creationId xmlns:p14="http://schemas.microsoft.com/office/powerpoint/2010/main" val="286803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DEFA4-C9F6-1AC6-128C-3651B612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0F7003-B9F7-889D-FC46-9C1EA4477E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A5E10D-79A5-49BA-9648-53481340C65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EC544A-49AA-C6B8-F55E-21E46006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97" y="-4150"/>
            <a:ext cx="10872000" cy="324174"/>
          </a:xfrm>
        </p:spPr>
        <p:txBody>
          <a:bodyPr/>
          <a:lstStyle/>
          <a:p>
            <a:r>
              <a:rPr lang="en-IN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CDP - Backends Contract Event Mismatch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IN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81D4CA-2FCD-6441-49C2-E3341A82AFBE}"/>
              </a:ext>
            </a:extLst>
          </p:cNvPr>
          <p:cNvSpPr txBox="1"/>
          <p:nvPr/>
        </p:nvSpPr>
        <p:spPr bwMode="gray">
          <a:xfrm>
            <a:off x="323850" y="217174"/>
            <a:ext cx="10872000" cy="25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62492"/>
                      <a:gd name="connsiteY0" fmla="*/ 0 h 417553"/>
                      <a:gd name="connsiteX1" fmla="*/ 10562492 w 10562492"/>
                      <a:gd name="connsiteY1" fmla="*/ 0 h 417553"/>
                      <a:gd name="connsiteX2" fmla="*/ 10562492 w 10562492"/>
                      <a:gd name="connsiteY2" fmla="*/ 417553 h 417553"/>
                      <a:gd name="connsiteX3" fmla="*/ 0 w 10562492"/>
                      <a:gd name="connsiteY3" fmla="*/ 417553 h 417553"/>
                      <a:gd name="connsiteX4" fmla="*/ 0 w 10562492"/>
                      <a:gd name="connsiteY4" fmla="*/ 0 h 417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62492" h="417553" fill="none" extrusionOk="0">
                        <a:moveTo>
                          <a:pt x="0" y="0"/>
                        </a:moveTo>
                        <a:cubicBezTo>
                          <a:pt x="2199622" y="-49533"/>
                          <a:pt x="7948057" y="-14809"/>
                          <a:pt x="10562492" y="0"/>
                        </a:cubicBezTo>
                        <a:cubicBezTo>
                          <a:pt x="10531025" y="177670"/>
                          <a:pt x="10547315" y="366517"/>
                          <a:pt x="10562492" y="417553"/>
                        </a:cubicBezTo>
                        <a:cubicBezTo>
                          <a:pt x="5879200" y="369322"/>
                          <a:pt x="3624225" y="502008"/>
                          <a:pt x="0" y="417553"/>
                        </a:cubicBezTo>
                        <a:cubicBezTo>
                          <a:pt x="-34841" y="310009"/>
                          <a:pt x="-7416" y="42632"/>
                          <a:pt x="0" y="0"/>
                        </a:cubicBezTo>
                        <a:close/>
                      </a:path>
                      <a:path w="10562492" h="417553" stroke="0" extrusionOk="0">
                        <a:moveTo>
                          <a:pt x="0" y="0"/>
                        </a:moveTo>
                        <a:cubicBezTo>
                          <a:pt x="4476486" y="118645"/>
                          <a:pt x="5401203" y="116012"/>
                          <a:pt x="10562492" y="0"/>
                        </a:cubicBezTo>
                        <a:cubicBezTo>
                          <a:pt x="10593506" y="71795"/>
                          <a:pt x="10578637" y="258879"/>
                          <a:pt x="10562492" y="417553"/>
                        </a:cubicBezTo>
                        <a:cubicBezTo>
                          <a:pt x="5372394" y="552153"/>
                          <a:pt x="2994058" y="260357"/>
                          <a:pt x="0" y="417553"/>
                        </a:cubicBezTo>
                        <a:cubicBezTo>
                          <a:pt x="-20421" y="248606"/>
                          <a:pt x="-3049" y="1110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001">
            <a:schemeClr val="dk2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600" b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</a:rPr>
              <a:t>INCIDENT DETAILS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0E369B-F8FB-2B56-A520-6E3F81C23C41}"/>
              </a:ext>
            </a:extLst>
          </p:cNvPr>
          <p:cNvSpPr txBox="1"/>
          <p:nvPr/>
        </p:nvSpPr>
        <p:spPr bwMode="gray">
          <a:xfrm>
            <a:off x="3597310" y="100484"/>
            <a:ext cx="0" cy="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72000" tIns="36000" rIns="72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err="1"/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2E826D99-1502-159B-1CC8-22AA02F36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51260"/>
              </p:ext>
            </p:extLst>
          </p:nvPr>
        </p:nvGraphicFramePr>
        <p:xfrm>
          <a:off x="326278" y="541348"/>
          <a:ext cx="10869572" cy="56083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35318">
                  <a:extLst>
                    <a:ext uri="{9D8B030D-6E8A-4147-A177-3AD203B41FA5}">
                      <a16:colId xmlns:a16="http://schemas.microsoft.com/office/drawing/2014/main" val="1305465861"/>
                    </a:ext>
                  </a:extLst>
                </a:gridCol>
                <a:gridCol w="9534254">
                  <a:extLst>
                    <a:ext uri="{9D8B030D-6E8A-4147-A177-3AD203B41FA5}">
                      <a16:colId xmlns:a16="http://schemas.microsoft.com/office/drawing/2014/main" val="2951223490"/>
                    </a:ext>
                  </a:extLst>
                </a:gridCol>
              </a:tblGrid>
              <a:tr h="204335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Arial"/>
                        </a:rPr>
                        <a:t>Summary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23rd May</a:t>
                      </a:r>
                    </a:p>
                    <a:p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#1: Mobile Contract Mismatch</a:t>
                      </a:r>
                      <a:endParaRPr lang="en-I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628621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264 Mobile IDs found with contract data mismatches in CDP.</a:t>
                      </a:r>
                    </a:p>
                    <a:p>
                      <a:pPr marL="628621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Reconciliation completed using 7-day Carmen Event file.</a:t>
                      </a:r>
                    </a:p>
                    <a:p>
                      <a:pPr marL="628621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 suspected for customers with &gt;49 contracts.</a:t>
                      </a:r>
                    </a:p>
                    <a:p>
                      <a:pPr marL="628621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needed from Carmen Team (sample IDs attached).</a:t>
                      </a:r>
                    </a:p>
                    <a:p>
                      <a:pPr marL="0" marR="0" lvl="0" indent="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b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r>
                        <a:rPr lang="en-IN" sz="1000" b="1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</a:t>
                      </a:r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May</a:t>
                      </a:r>
                    </a:p>
                    <a:p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#2: </a:t>
                      </a:r>
                      <a:r>
                        <a:rPr lang="en-IN" sz="1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Fixedline</a:t>
                      </a:r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Contract Mismatch</a:t>
                      </a:r>
                      <a:endParaRPr lang="en-I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628621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12,597 </a:t>
                      </a:r>
                      <a:r>
                        <a:rPr lang="en-IN" sz="1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Fixedline</a:t>
                      </a: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IDs found with mismatches in CDP.</a:t>
                      </a:r>
                    </a:p>
                    <a:p>
                      <a:pPr marL="628621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Reconciliation completed using 7-day CRMT Event file.</a:t>
                      </a:r>
                    </a:p>
                    <a:p>
                      <a:pPr marL="628621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Suspected missing events in CDP — support needed from CRMT Team.</a:t>
                      </a:r>
                    </a:p>
                    <a:p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#3: Carmen VBKZ Correction in CDP</a:t>
                      </a:r>
                      <a:endParaRPr lang="en-I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1"/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 1 – Single-leg (No Match)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135,676 customers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contract mismatch; only VBKZ corrected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Reconciled</a:t>
                      </a:r>
                    </a:p>
                    <a:p>
                      <a:pPr lvl="1"/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 2 – Single-leg (Potential Match)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42,457 customers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Affected due to VBKZ functionality change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</a:t>
                      </a:r>
                      <a:r>
                        <a:rPr lang="en-IN" sz="10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iKDB</a:t>
                      </a: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match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Reconciled</a:t>
                      </a:r>
                    </a:p>
                    <a:p>
                      <a:pPr lvl="1"/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 3 – Convergent Customers </a:t>
                      </a:r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22,380 customers </a:t>
                      </a:r>
                      <a:r>
                        <a:rPr lang="en-IN" sz="1000" dirty="0">
                          <a:hlinkClick r:id="rId3" tooltip="https://jira.telekom.de/browse/dot-95566"/>
                        </a:rPr>
                        <a:t>DOT-95566</a:t>
                      </a:r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N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 still be impacted</a:t>
                      </a:r>
                    </a:p>
                    <a:p>
                      <a:pPr lvl="2"/>
                      <a:r>
                        <a:rPr lang="en-IN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⚠️ Discussion pending with Business Team</a:t>
                      </a:r>
                    </a:p>
                    <a:p>
                      <a:pPr lvl="0"/>
                      <a:r>
                        <a:rPr lang="en-IN" sz="10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26th May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/>
                        <a:t>As per LIM call discussion, reconciliation between Carmen and CRM-T for the initial load is not required. CDP has shared the list of mismatched customers, and Carmen/CRM-T teams will investigate the reason for missing events on their end.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/>
                        <a:t>Next call is schedule for next week.</a:t>
                      </a:r>
                    </a:p>
                    <a:p>
                      <a:pPr marL="171450" marR="0" lvl="0" indent="-171450" algn="l" defTabSz="4571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00" b="0" dirty="0"/>
                        <a:t>For part 3 of VBKZ CDP need to implement </a:t>
                      </a:r>
                      <a:r>
                        <a:rPr lang="en-IN" sz="1000" dirty="0">
                          <a:hlinkClick r:id="rId3" tooltip="https://jira.telekom.de/browse/dot-95566"/>
                        </a:rPr>
                        <a:t>DOT-95566</a:t>
                      </a:r>
                      <a:r>
                        <a:rPr lang="en-IN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N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IN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2"/>
                      <a:endParaRPr lang="en-IN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2"/>
                      <a:endParaRPr lang="en-IN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2"/>
                      <a:endParaRPr lang="en-IN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628621" lvl="1" indent="-171450">
                        <a:spcBef>
                          <a:spcPts val="600"/>
                        </a:spcBef>
                        <a:buFont typeface="Courier New" panose="02070309020205020404" pitchFamily="49" charset="0"/>
                        <a:buChar char="o"/>
                      </a:pPr>
                      <a:endParaRPr lang="en-IN" sz="900" b="1" kern="1200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77618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59D41E-1CF7-19F9-BA6A-90EB3509A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790" y="2071785"/>
            <a:ext cx="4685807" cy="210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9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E90FBB-7CDC-7B81-1573-B7369B432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A5E10D-79A5-49BA-9648-53481340C65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63756729-6590-7CC4-C94B-DDF996694CAE}"/>
              </a:ext>
            </a:extLst>
          </p:cNvPr>
          <p:cNvSpPr txBox="1">
            <a:spLocks/>
          </p:cNvSpPr>
          <p:nvPr/>
        </p:nvSpPr>
        <p:spPr bwMode="black">
          <a:xfrm>
            <a:off x="4175742" y="3067863"/>
            <a:ext cx="3170589" cy="34444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>
                <a:solidFill>
                  <a:srgbClr val="E20074"/>
                </a:solidFill>
                <a:latin typeface="Calibri"/>
                <a:cs typeface="Calibri"/>
              </a:rPr>
              <a:t>Thank You..!!</a:t>
            </a:r>
            <a:endParaRPr lang="en-IN" sz="4400" b="1">
              <a:solidFill>
                <a:srgbClr val="E2007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47103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227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d.%m.%Y&lt;/m_strFormatTime&gt;&lt;/m_precDefaultDate&gt;&lt;m_precDefaultYear&gt;&lt;m_bNumberIsYear val=&quot;0&quot;/&gt;&lt;m_strFormatTime&gt;%Y&lt;/m_strFormatTime&gt;&lt;/m_precDefaultYear&gt;&lt;m_precDefaultQuarter&gt;&lt;m_bNumberIsYear val=&quot;0&quot;/&gt;&lt;m_strFormatTime&gt;Q%5&lt;/m_strFormatTime&gt;&lt;/m_precDefaultQuarter&gt;&lt;m_precDefaultMonth/&gt;&lt;m_precDefaultWeek/&gt;&lt;m_precDefaultDay&gt;&lt;m_bNumberIsYear val=&quot;0&quot;/&gt;&lt;m_strFormatTime&gt;%#d&lt;/m_strFormatTime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lekom 16:9 2016 EN">
  <a:themeElements>
    <a:clrScheme name="Telekom screen colors">
      <a:dk1>
        <a:srgbClr val="4B4B4B"/>
      </a:dk1>
      <a:lt1>
        <a:srgbClr val="FFFFFF"/>
      </a:lt1>
      <a:dk2>
        <a:srgbClr val="E20074"/>
      </a:dk2>
      <a:lt2>
        <a:srgbClr val="A4A4A4"/>
      </a:lt2>
      <a:accent1>
        <a:srgbClr val="1063AD"/>
      </a:accent1>
      <a:accent2>
        <a:srgbClr val="53BAF2"/>
      </a:accent2>
      <a:accent3>
        <a:srgbClr val="1BADA2"/>
      </a:accent3>
      <a:accent4>
        <a:srgbClr val="BFCB44"/>
      </a:accent4>
      <a:accent5>
        <a:srgbClr val="FFD329"/>
      </a:accent5>
      <a:accent6>
        <a:srgbClr val="FF9A1E"/>
      </a:accent6>
      <a:hlink>
        <a:srgbClr val="E20074"/>
      </a:hlink>
      <a:folHlink>
        <a:srgbClr val="6C6C6C"/>
      </a:folHlink>
    </a:clrScheme>
    <a:fontScheme name="Benutzerdefiniert 4">
      <a:majorFont>
        <a:latin typeface="TeleGrotesk Next Ultra"/>
        <a:ea typeface=""/>
        <a:cs typeface=""/>
      </a:majorFont>
      <a:minorFont>
        <a:latin typeface="TeleGrotesk Nex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19050" algn="ctr">
          <a:solidFill>
            <a:schemeClr val="tx2"/>
          </a:solidFill>
          <a:miter lim="800000"/>
          <a:headEnd/>
          <a:tailEnd/>
        </a:ln>
        <a:effectLst/>
      </a:spPr>
      <a:bodyPr lIns="72000" tIns="0" rIns="72000" bIns="36000" rtlCol="0" anchor="ctr"/>
      <a:lstStyle>
        <a:defPPr indent="3175" algn="ctr" defTabSz="457293" fontAlgn="base">
          <a:lnSpc>
            <a:spcPct val="104000"/>
          </a:lnSpc>
          <a:spcBef>
            <a:spcPct val="25000"/>
          </a:spcBef>
          <a:spcAft>
            <a:spcPct val="0"/>
          </a:spcAft>
          <a:buClr>
            <a:srgbClr val="E20074"/>
          </a:buClr>
          <a:buSzPct val="75000"/>
          <a:defRPr sz="1800" dirty="0" err="1" smtClean="0">
            <a:cs typeface="Arial" charset="0"/>
          </a:defRPr>
        </a:defPPr>
      </a:lstStyle>
    </a:spDef>
    <a:lnDef>
      <a:spPr>
        <a:ln w="1905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gray">
        <a:noFill/>
        <a:ln w="19050">
          <a:noFill/>
          <a:miter lim="800000"/>
          <a:headEnd/>
          <a:tailEnd/>
        </a:ln>
      </a:spPr>
      <a:bodyPr vert="horz" wrap="square" lIns="72000" tIns="36000" rIns="72000" bIns="36000" numCol="1" rtlCol="0" anchor="t" anchorCtr="0" compatLnSpc="1">
        <a:prstTxWarp prst="textNoShape">
          <a:avLst/>
        </a:prstTxWarp>
        <a:noAutofit/>
      </a:bodyPr>
      <a:lstStyle>
        <a:defPPr marL="0" indent="0">
          <a:buNone/>
          <a:defRPr sz="1800" dirty="0" err="1" smtClean="0"/>
        </a:defPPr>
      </a:lstStyle>
    </a:txDef>
  </a:objectDefaults>
  <a:extraClrSchemeLst>
    <a:extraClrScheme>
      <a:clrScheme name="Telekom screen colors">
        <a:dk1>
          <a:srgbClr val="4B4B4B"/>
        </a:dk1>
        <a:lt1>
          <a:srgbClr val="FFFFFF"/>
        </a:lt1>
        <a:dk2>
          <a:srgbClr val="E20074"/>
        </a:dk2>
        <a:lt2>
          <a:srgbClr val="A4A4A4"/>
        </a:lt2>
        <a:accent1>
          <a:srgbClr val="1063AD"/>
        </a:accent1>
        <a:accent2>
          <a:srgbClr val="53BAF2"/>
        </a:accent2>
        <a:accent3>
          <a:srgbClr val="1BADA2"/>
        </a:accent3>
        <a:accent4>
          <a:srgbClr val="BFCB44"/>
        </a:accent4>
        <a:accent5>
          <a:srgbClr val="FFD329"/>
        </a:accent5>
        <a:accent6>
          <a:srgbClr val="FF9A1E"/>
        </a:accent6>
        <a:hlink>
          <a:srgbClr val="E20074"/>
        </a:hlink>
        <a:folHlink>
          <a:srgbClr val="6C6C6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lekom_Powerpoint-Master_HR_16x9_May_2018.potx" id="{C7665C40-6D48-4B43-B799-E5E80B2DB342}" vid="{B0F425BF-7E78-4EC3-88D0-188C03CDCBD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Telekom Screenfarben">
      <a:dk1>
        <a:srgbClr val="4B4B4B"/>
      </a:dk1>
      <a:lt1>
        <a:sysClr val="window" lastClr="FFFFFF"/>
      </a:lt1>
      <a:dk2>
        <a:srgbClr val="E20074"/>
      </a:dk2>
      <a:lt2>
        <a:srgbClr val="A4A4A4"/>
      </a:lt2>
      <a:accent1>
        <a:srgbClr val="1063AD"/>
      </a:accent1>
      <a:accent2>
        <a:srgbClr val="53BAF2"/>
      </a:accent2>
      <a:accent3>
        <a:srgbClr val="1BADA2"/>
      </a:accent3>
      <a:accent4>
        <a:srgbClr val="BFCB44"/>
      </a:accent4>
      <a:accent5>
        <a:srgbClr val="FFD329"/>
      </a:accent5>
      <a:accent6>
        <a:srgbClr val="FF9A1E"/>
      </a:accent6>
      <a:hlink>
        <a:srgbClr val="E20074"/>
      </a:hlink>
      <a:folHlink>
        <a:srgbClr val="6C6C6C"/>
      </a:folHlink>
    </a:clrScheme>
    <a:fontScheme name="T_PPT Fonts">
      <a:majorFont>
        <a:latin typeface="TeleGrotesk Headline Ultra"/>
        <a:ea typeface=""/>
        <a:cs typeface=""/>
      </a:majorFont>
      <a:minorFont>
        <a:latin typeface="Tele-GroteskNor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Telekom Screenfarben">
      <a:dk1>
        <a:srgbClr val="4B4B4B"/>
      </a:dk1>
      <a:lt1>
        <a:sysClr val="window" lastClr="FFFFFF"/>
      </a:lt1>
      <a:dk2>
        <a:srgbClr val="E20074"/>
      </a:dk2>
      <a:lt2>
        <a:srgbClr val="A4A4A4"/>
      </a:lt2>
      <a:accent1>
        <a:srgbClr val="1063AD"/>
      </a:accent1>
      <a:accent2>
        <a:srgbClr val="53BAF2"/>
      </a:accent2>
      <a:accent3>
        <a:srgbClr val="1BADA2"/>
      </a:accent3>
      <a:accent4>
        <a:srgbClr val="BFCB44"/>
      </a:accent4>
      <a:accent5>
        <a:srgbClr val="FFD329"/>
      </a:accent5>
      <a:accent6>
        <a:srgbClr val="FF9A1E"/>
      </a:accent6>
      <a:hlink>
        <a:srgbClr val="992C99"/>
      </a:hlink>
      <a:folHlink>
        <a:srgbClr val="6C6C6C"/>
      </a:folHlink>
    </a:clrScheme>
    <a:fontScheme name="T_PPT Fonts">
      <a:majorFont>
        <a:latin typeface="TeleGrotesk Headline Ultra"/>
        <a:ea typeface=""/>
        <a:cs typeface=""/>
      </a:majorFont>
      <a:minorFont>
        <a:latin typeface="Tele-GroteskNor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76E138DE97BB45A2249A57DF956DAF" ma:contentTypeVersion="11" ma:contentTypeDescription="Create a new document." ma:contentTypeScope="" ma:versionID="9db59c96eb3fb1af5f3662caef15f50e">
  <xsd:schema xmlns:xsd="http://www.w3.org/2001/XMLSchema" xmlns:xs="http://www.w3.org/2001/XMLSchema" xmlns:p="http://schemas.microsoft.com/office/2006/metadata/properties" xmlns:ns2="33676a53-2ac7-4178-854e-f60ef1a24414" xmlns:ns3="b4e01afc-f4f2-454e-a097-8469cf704437" targetNamespace="http://schemas.microsoft.com/office/2006/metadata/properties" ma:root="true" ma:fieldsID="5e561d5e18a22a3e68e44a5e42b334d1" ns2:_="" ns3:_="">
    <xsd:import namespace="33676a53-2ac7-4178-854e-f60ef1a24414"/>
    <xsd:import namespace="b4e01afc-f4f2-454e-a097-8469cf7044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676a53-2ac7-4178-854e-f60ef1a244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0fbd03c-a9e3-40c8-99f9-3a72f02e3c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01afc-f4f2-454e-a097-8469cf70443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a8fa832-9616-4a9c-b290-bfaf26da2a06}" ma:internalName="TaxCatchAll" ma:showField="CatchAllData" ma:web="b4e01afc-f4f2-454e-a097-8469cf7044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4e01afc-f4f2-454e-a097-8469cf704437" xsi:nil="true"/>
    <lcf76f155ced4ddcb4097134ff3c332f xmlns="33676a53-2ac7-4178-854e-f60ef1a2441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A85867-4B85-412A-B870-269270AFA9CB}">
  <ds:schemaRefs>
    <ds:schemaRef ds:uri="33676a53-2ac7-4178-854e-f60ef1a24414"/>
    <ds:schemaRef ds:uri="b4e01afc-f4f2-454e-a097-8469cf7044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1001193-B6F8-47AF-8DC6-892BD35376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A598B-7EDE-43F1-BF15-58D6ECA17E96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b4e01afc-f4f2-454e-a097-8469cf704437"/>
    <ds:schemaRef ds:uri="http://purl.org/dc/dcmitype/"/>
    <ds:schemaRef ds:uri="http://schemas.microsoft.com/office/infopath/2007/PartnerControls"/>
    <ds:schemaRef ds:uri="33676a53-2ac7-4178-854e-f60ef1a24414"/>
  </ds:schemaRefs>
</ds:datastoreItem>
</file>

<file path=docMetadata/LabelInfo.xml><?xml version="1.0" encoding="utf-8"?>
<clbl:labelList xmlns:clbl="http://schemas.microsoft.com/office/2020/mipLabelMetadata">
  <clbl:label id="{19c8ab0e-4b75-455a-bec6-550bc16dbcd5}" enabled="1" method="Privileged" siteId="{3505a808-a5a7-47c8-ad95-7804005d273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Telekom_Powerpoint-Master_EN_16x9_May_2018</Template>
  <TotalTime>5659</TotalTime>
  <Words>534</Words>
  <Application>Microsoft Macintosh PowerPoint</Application>
  <PresentationFormat>Custom</PresentationFormat>
  <Paragraphs>87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Courier New</vt:lpstr>
      <vt:lpstr>Tele-GroteskUlt</vt:lpstr>
      <vt:lpstr>TeleGrotesk Next</vt:lpstr>
      <vt:lpstr>TeleGrotesk Next Ultra</vt:lpstr>
      <vt:lpstr>Wingdings</vt:lpstr>
      <vt:lpstr>Wingdings 2</vt:lpstr>
      <vt:lpstr>Telekom 16:9 2016 EN</vt:lpstr>
      <vt:lpstr>Custom Design</vt:lpstr>
      <vt:lpstr>think-cell Folie</vt:lpstr>
      <vt:lpstr>Critical Incident Summary  19th May’25(Monday) – 26th May’25(Monday)</vt:lpstr>
      <vt:lpstr>CDP - Backends Contract Event Mismatch     :</vt:lpstr>
      <vt:lpstr>CDP - Backends Contract Event Mismatch    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Incident Summary  16th Jan (Monday) – 29th Jan (Sunday)</dc:title>
  <dc:creator/>
  <cp:lastModifiedBy>Ambar Kumar</cp:lastModifiedBy>
  <cp:revision>2</cp:revision>
  <dcterms:created xsi:type="dcterms:W3CDTF">2020-02-27T10:01:43Z</dcterms:created>
  <dcterms:modified xsi:type="dcterms:W3CDTF">2025-05-28T13:05:57Z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0x0101004976E138DE97BB45A2249A57DF956DAF</vt:lpwstr>
  </property>
  <property fmtid="{D5CDD505-2E9C-101B-9397-08002B2CF9AE}" pid="3" name="MSIP_Label_19c8ab0e-4b75-455a-bec6-550bc16dbcd5_Enabled">
    <vt:lpwstr>true</vt:lpwstr>
  </property>
  <property fmtid="{D5CDD505-2E9C-101B-9397-08002B2CF9AE}" pid="4" name="MSIP_Label_19c8ab0e-4b75-455a-bec6-550bc16dbcd5_SetDate">
    <vt:lpwstr>2024-03-12T11:53:13Z</vt:lpwstr>
  </property>
  <property fmtid="{D5CDD505-2E9C-101B-9397-08002B2CF9AE}" pid="5" name="MSIP_Label_19c8ab0e-4b75-455a-bec6-550bc16dbcd5_Method">
    <vt:lpwstr>Standard</vt:lpwstr>
  </property>
  <property fmtid="{D5CDD505-2E9C-101B-9397-08002B2CF9AE}" pid="6" name="MSIP_Label_19c8ab0e-4b75-455a-bec6-550bc16dbcd5_Name">
    <vt:lpwstr>defa4170-0d19-0005-0003-bc88714345d2</vt:lpwstr>
  </property>
  <property fmtid="{D5CDD505-2E9C-101B-9397-08002B2CF9AE}" pid="7" name="MSIP_Label_19c8ab0e-4b75-455a-bec6-550bc16dbcd5_SiteId">
    <vt:lpwstr>3505a808-a5a7-47c8-ad95-7804005d2734</vt:lpwstr>
  </property>
  <property fmtid="{D5CDD505-2E9C-101B-9397-08002B2CF9AE}" pid="8" name="MSIP_Label_19c8ab0e-4b75-455a-bec6-550bc16dbcd5_ActionId">
    <vt:lpwstr>a8510ca1-d6d7-4f31-9ef2-b644f629fa72</vt:lpwstr>
  </property>
  <property fmtid="{D5CDD505-2E9C-101B-9397-08002B2CF9AE}" pid="9" name="MSIP_Label_19c8ab0e-4b75-455a-bec6-550bc16dbcd5_ContentBits">
    <vt:lpwstr>0</vt:lpwstr>
  </property>
  <property fmtid="{D5CDD505-2E9C-101B-9397-08002B2CF9AE}" pid="10" name="MediaServiceImageTags">
    <vt:lpwstr/>
  </property>
</Properties>
</file>